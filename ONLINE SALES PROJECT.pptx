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05ED75-53C3-4329-91AB-5AA92BE5AB13}" v="191" dt="2026-01-03T14:21:57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hya S" userId="c8502fb30bfb858f" providerId="LiveId" clId="{969269AE-7CAD-4315-9F0F-0C843EF59B5F}"/>
    <pc:docChg chg="undo custSel addSld delSld modSld">
      <pc:chgData name="Sandhya S" userId="c8502fb30bfb858f" providerId="LiveId" clId="{969269AE-7CAD-4315-9F0F-0C843EF59B5F}" dt="2026-01-03T14:22:25.577" v="2338" actId="1076"/>
      <pc:docMkLst>
        <pc:docMk/>
      </pc:docMkLst>
      <pc:sldChg chg="addSp modSp mod">
        <pc:chgData name="Sandhya S" userId="c8502fb30bfb858f" providerId="LiveId" clId="{969269AE-7CAD-4315-9F0F-0C843EF59B5F}" dt="2026-01-03T14:20:23.009" v="2266" actId="20577"/>
        <pc:sldMkLst>
          <pc:docMk/>
          <pc:sldMk cId="2032689166" sldId="260"/>
        </pc:sldMkLst>
        <pc:spChg chg="add mod">
          <ac:chgData name="Sandhya S" userId="c8502fb30bfb858f" providerId="LiveId" clId="{969269AE-7CAD-4315-9F0F-0C843EF59B5F}" dt="2026-01-03T12:26:53.213" v="6" actId="1076"/>
          <ac:spMkLst>
            <pc:docMk/>
            <pc:sldMk cId="2032689166" sldId="260"/>
            <ac:spMk id="2" creationId="{8E97A212-258A-AF07-7766-59F2B7755DF6}"/>
          </ac:spMkLst>
        </pc:spChg>
        <pc:spChg chg="add mod">
          <ac:chgData name="Sandhya S" userId="c8502fb30bfb858f" providerId="LiveId" clId="{969269AE-7CAD-4315-9F0F-0C843EF59B5F}" dt="2026-01-03T14:20:23.009" v="2266" actId="20577"/>
          <ac:spMkLst>
            <pc:docMk/>
            <pc:sldMk cId="2032689166" sldId="260"/>
            <ac:spMk id="3" creationId="{144597EF-4610-DB38-706E-8F4CA25210A0}"/>
          </ac:spMkLst>
        </pc:spChg>
        <pc:spChg chg="add mod">
          <ac:chgData name="Sandhya S" userId="c8502fb30bfb858f" providerId="LiveId" clId="{969269AE-7CAD-4315-9F0F-0C843EF59B5F}" dt="2026-01-03T12:34:32.112" v="181" actId="1076"/>
          <ac:spMkLst>
            <pc:docMk/>
            <pc:sldMk cId="2032689166" sldId="260"/>
            <ac:spMk id="4" creationId="{9E51D6AF-1A7C-2A2E-D796-186DC8B12AEA}"/>
          </ac:spMkLst>
        </pc:spChg>
        <pc:spChg chg="add mod">
          <ac:chgData name="Sandhya S" userId="c8502fb30bfb858f" providerId="LiveId" clId="{969269AE-7CAD-4315-9F0F-0C843EF59B5F}" dt="2026-01-03T12:35:34.693" v="194" actId="1076"/>
          <ac:spMkLst>
            <pc:docMk/>
            <pc:sldMk cId="2032689166" sldId="260"/>
            <ac:spMk id="5" creationId="{6E985233-E6C8-5791-7F4D-91BAA613CDB1}"/>
          </ac:spMkLst>
        </pc:spChg>
      </pc:sldChg>
      <pc:sldChg chg="addSp delSp modSp new mod">
        <pc:chgData name="Sandhya S" userId="c8502fb30bfb858f" providerId="LiveId" clId="{969269AE-7CAD-4315-9F0F-0C843EF59B5F}" dt="2026-01-03T14:22:25.577" v="2338" actId="1076"/>
        <pc:sldMkLst>
          <pc:docMk/>
          <pc:sldMk cId="87429040" sldId="261"/>
        </pc:sldMkLst>
        <pc:spChg chg="add mod">
          <ac:chgData name="Sandhya S" userId="c8502fb30bfb858f" providerId="LiveId" clId="{969269AE-7CAD-4315-9F0F-0C843EF59B5F}" dt="2026-01-03T12:36:27.071" v="201" actId="1076"/>
          <ac:spMkLst>
            <pc:docMk/>
            <pc:sldMk cId="87429040" sldId="261"/>
            <ac:spMk id="2" creationId="{8B74FF6A-4728-1CC2-E2EF-D1C091D5D3D9}"/>
          </ac:spMkLst>
        </pc:spChg>
        <pc:spChg chg="add mod">
          <ac:chgData name="Sandhya S" userId="c8502fb30bfb858f" providerId="LiveId" clId="{969269AE-7CAD-4315-9F0F-0C843EF59B5F}" dt="2026-01-03T14:22:21.289" v="2337" actId="1076"/>
          <ac:spMkLst>
            <pc:docMk/>
            <pc:sldMk cId="87429040" sldId="261"/>
            <ac:spMk id="3" creationId="{D00BA5FC-EC61-8B22-4F25-88862095BFC1}"/>
          </ac:spMkLst>
        </pc:spChg>
        <pc:spChg chg="add del mod">
          <ac:chgData name="Sandhya S" userId="c8502fb30bfb858f" providerId="LiveId" clId="{969269AE-7CAD-4315-9F0F-0C843EF59B5F}" dt="2026-01-03T12:37:12.003" v="209"/>
          <ac:spMkLst>
            <pc:docMk/>
            <pc:sldMk cId="87429040" sldId="261"/>
            <ac:spMk id="4" creationId="{D82DD968-DC99-35A6-0C90-2BF5F2C4BD6C}"/>
          </ac:spMkLst>
        </pc:spChg>
        <pc:spChg chg="add mod">
          <ac:chgData name="Sandhya S" userId="c8502fb30bfb858f" providerId="LiveId" clId="{969269AE-7CAD-4315-9F0F-0C843EF59B5F}" dt="2026-01-03T12:37:43.232" v="214" actId="1076"/>
          <ac:spMkLst>
            <pc:docMk/>
            <pc:sldMk cId="87429040" sldId="261"/>
            <ac:spMk id="5" creationId="{4AA94310-4309-5724-3658-697FC3FE8E8A}"/>
          </ac:spMkLst>
        </pc:spChg>
        <pc:spChg chg="add mod">
          <ac:chgData name="Sandhya S" userId="c8502fb30bfb858f" providerId="LiveId" clId="{969269AE-7CAD-4315-9F0F-0C843EF59B5F}" dt="2026-01-03T14:22:25.577" v="2338" actId="1076"/>
          <ac:spMkLst>
            <pc:docMk/>
            <pc:sldMk cId="87429040" sldId="261"/>
            <ac:spMk id="6" creationId="{429D2BD2-D7B5-1777-FB60-822AA1716260}"/>
          </ac:spMkLst>
        </pc:spChg>
      </pc:sldChg>
      <pc:sldChg chg="addSp delSp modSp new mod">
        <pc:chgData name="Sandhya S" userId="c8502fb30bfb858f" providerId="LiveId" clId="{969269AE-7CAD-4315-9F0F-0C843EF59B5F}" dt="2026-01-03T12:50:22.872" v="547" actId="20577"/>
        <pc:sldMkLst>
          <pc:docMk/>
          <pc:sldMk cId="2162213002" sldId="262"/>
        </pc:sldMkLst>
        <pc:spChg chg="mod">
          <ac:chgData name="Sandhya S" userId="c8502fb30bfb858f" providerId="LiveId" clId="{969269AE-7CAD-4315-9F0F-0C843EF59B5F}" dt="2026-01-03T12:42:40.785" v="241" actId="1076"/>
          <ac:spMkLst>
            <pc:docMk/>
            <pc:sldMk cId="2162213002" sldId="262"/>
            <ac:spMk id="2" creationId="{AB03687A-4CA6-510C-2763-0EB146855F05}"/>
          </ac:spMkLst>
        </pc:spChg>
        <pc:spChg chg="del mod">
          <ac:chgData name="Sandhya S" userId="c8502fb30bfb858f" providerId="LiveId" clId="{969269AE-7CAD-4315-9F0F-0C843EF59B5F}" dt="2026-01-03T12:43:28.545" v="267"/>
          <ac:spMkLst>
            <pc:docMk/>
            <pc:sldMk cId="2162213002" sldId="262"/>
            <ac:spMk id="3" creationId="{42384FEF-D7CE-08B4-4188-5BA74A7A57FA}"/>
          </ac:spMkLst>
        </pc:spChg>
        <pc:spChg chg="del mod">
          <ac:chgData name="Sandhya S" userId="c8502fb30bfb858f" providerId="LiveId" clId="{969269AE-7CAD-4315-9F0F-0C843EF59B5F}" dt="2026-01-03T12:44:27.201" v="278" actId="478"/>
          <ac:spMkLst>
            <pc:docMk/>
            <pc:sldMk cId="2162213002" sldId="262"/>
            <ac:spMk id="4" creationId="{69AEBC9E-4C3F-54CE-2085-49A8D6422238}"/>
          </ac:spMkLst>
        </pc:spChg>
        <pc:spChg chg="add mod">
          <ac:chgData name="Sandhya S" userId="c8502fb30bfb858f" providerId="LiveId" clId="{969269AE-7CAD-4315-9F0F-0C843EF59B5F}" dt="2026-01-03T12:50:22.872" v="547" actId="20577"/>
          <ac:spMkLst>
            <pc:docMk/>
            <pc:sldMk cId="2162213002" sldId="262"/>
            <ac:spMk id="7" creationId="{A659E22F-FDE9-FACB-4B12-B97063C7F259}"/>
          </ac:spMkLst>
        </pc:spChg>
        <pc:picChg chg="add mod">
          <ac:chgData name="Sandhya S" userId="c8502fb30bfb858f" providerId="LiveId" clId="{969269AE-7CAD-4315-9F0F-0C843EF59B5F}" dt="2026-01-03T12:44:44.884" v="281" actId="1076"/>
          <ac:picMkLst>
            <pc:docMk/>
            <pc:sldMk cId="2162213002" sldId="262"/>
            <ac:picMk id="1026" creationId="{973B881F-D724-584F-2020-BC19F3C38689}"/>
          </ac:picMkLst>
        </pc:picChg>
      </pc:sldChg>
      <pc:sldChg chg="addSp delSp modSp new mod">
        <pc:chgData name="Sandhya S" userId="c8502fb30bfb858f" providerId="LiveId" clId="{969269AE-7CAD-4315-9F0F-0C843EF59B5F}" dt="2026-01-03T13:09:31.069" v="1055" actId="207"/>
        <pc:sldMkLst>
          <pc:docMk/>
          <pc:sldMk cId="698730008" sldId="263"/>
        </pc:sldMkLst>
        <pc:spChg chg="add mod">
          <ac:chgData name="Sandhya S" userId="c8502fb30bfb858f" providerId="LiveId" clId="{969269AE-7CAD-4315-9F0F-0C843EF59B5F}" dt="2026-01-03T12:51:48.345" v="562" actId="1076"/>
          <ac:spMkLst>
            <pc:docMk/>
            <pc:sldMk cId="698730008" sldId="263"/>
            <ac:spMk id="2" creationId="{71DCA181-4703-8202-A389-04920AD34FFC}"/>
          </ac:spMkLst>
        </pc:spChg>
        <pc:spChg chg="add mod">
          <ac:chgData name="Sandhya S" userId="c8502fb30bfb858f" providerId="LiveId" clId="{969269AE-7CAD-4315-9F0F-0C843EF59B5F}" dt="2026-01-03T12:59:16.534" v="951" actId="207"/>
          <ac:spMkLst>
            <pc:docMk/>
            <pc:sldMk cId="698730008" sldId="263"/>
            <ac:spMk id="3" creationId="{6EE0E9B0-B16D-8BED-798B-3A3AC17984D8}"/>
          </ac:spMkLst>
        </pc:spChg>
        <pc:spChg chg="add del mod">
          <ac:chgData name="Sandhya S" userId="c8502fb30bfb858f" providerId="LiveId" clId="{969269AE-7CAD-4315-9F0F-0C843EF59B5F}" dt="2026-01-03T13:05:14.521" v="961"/>
          <ac:spMkLst>
            <pc:docMk/>
            <pc:sldMk cId="698730008" sldId="263"/>
            <ac:spMk id="4" creationId="{AB73DF16-2D50-4D9D-05FE-E02899ED93CE}"/>
          </ac:spMkLst>
        </pc:spChg>
        <pc:spChg chg="add del mod">
          <ac:chgData name="Sandhya S" userId="c8502fb30bfb858f" providerId="LiveId" clId="{969269AE-7CAD-4315-9F0F-0C843EF59B5F}" dt="2026-01-03T13:05:50.159" v="967"/>
          <ac:spMkLst>
            <pc:docMk/>
            <pc:sldMk cId="698730008" sldId="263"/>
            <ac:spMk id="5" creationId="{3CC961D0-2F4B-43C7-65D4-9A85A31DE95C}"/>
          </ac:spMkLst>
        </pc:spChg>
        <pc:spChg chg="add mod">
          <ac:chgData name="Sandhya S" userId="c8502fb30bfb858f" providerId="LiveId" clId="{969269AE-7CAD-4315-9F0F-0C843EF59B5F}" dt="2026-01-03T13:09:31.069" v="1055" actId="207"/>
          <ac:spMkLst>
            <pc:docMk/>
            <pc:sldMk cId="698730008" sldId="263"/>
            <ac:spMk id="6" creationId="{824969E2-B648-6064-DBC3-D992640D9AC4}"/>
          </ac:spMkLst>
        </pc:spChg>
        <pc:picChg chg="add mod">
          <ac:chgData name="Sandhya S" userId="c8502fb30bfb858f" providerId="LiveId" clId="{969269AE-7CAD-4315-9F0F-0C843EF59B5F}" dt="2026-01-03T12:51:58.505" v="564" actId="14100"/>
          <ac:picMkLst>
            <pc:docMk/>
            <pc:sldMk cId="698730008" sldId="263"/>
            <ac:picMk id="2050" creationId="{F8FF2079-6997-5306-C4FF-C22FB8797B7A}"/>
          </ac:picMkLst>
        </pc:picChg>
        <pc:picChg chg="add mod">
          <ac:chgData name="Sandhya S" userId="c8502fb30bfb858f" providerId="LiveId" clId="{969269AE-7CAD-4315-9F0F-0C843EF59B5F}" dt="2026-01-03T13:05:29.614" v="963" actId="1076"/>
          <ac:picMkLst>
            <pc:docMk/>
            <pc:sldMk cId="698730008" sldId="263"/>
            <ac:picMk id="2052" creationId="{FFC01DD0-41DF-5FCD-0A8A-3CFB0193F4E7}"/>
          </ac:picMkLst>
        </pc:picChg>
      </pc:sldChg>
      <pc:sldChg chg="new del">
        <pc:chgData name="Sandhya S" userId="c8502fb30bfb858f" providerId="LiveId" clId="{969269AE-7CAD-4315-9F0F-0C843EF59B5F}" dt="2026-01-03T12:50:37.355" v="549" actId="680"/>
        <pc:sldMkLst>
          <pc:docMk/>
          <pc:sldMk cId="1146639249" sldId="263"/>
        </pc:sldMkLst>
      </pc:sldChg>
      <pc:sldChg chg="new del">
        <pc:chgData name="Sandhya S" userId="c8502fb30bfb858f" providerId="LiveId" clId="{969269AE-7CAD-4315-9F0F-0C843EF59B5F}" dt="2026-01-03T12:50:43.219" v="551" actId="680"/>
        <pc:sldMkLst>
          <pc:docMk/>
          <pc:sldMk cId="3946524244" sldId="263"/>
        </pc:sldMkLst>
      </pc:sldChg>
      <pc:sldChg chg="addSp delSp modSp new mod">
        <pc:chgData name="Sandhya S" userId="c8502fb30bfb858f" providerId="LiveId" clId="{969269AE-7CAD-4315-9F0F-0C843EF59B5F}" dt="2026-01-03T13:24:02.787" v="1442" actId="207"/>
        <pc:sldMkLst>
          <pc:docMk/>
          <pc:sldMk cId="2700301894" sldId="264"/>
        </pc:sldMkLst>
        <pc:spChg chg="add del mod">
          <ac:chgData name="Sandhya S" userId="c8502fb30bfb858f" providerId="LiveId" clId="{969269AE-7CAD-4315-9F0F-0C843EF59B5F}" dt="2026-01-03T13:10:14.232" v="1088"/>
          <ac:spMkLst>
            <pc:docMk/>
            <pc:sldMk cId="2700301894" sldId="264"/>
            <ac:spMk id="2" creationId="{C17A10CC-8FB6-C0A9-3325-B9C9BD3BBE6F}"/>
          </ac:spMkLst>
        </pc:spChg>
        <pc:spChg chg="add del mod">
          <ac:chgData name="Sandhya S" userId="c8502fb30bfb858f" providerId="LiveId" clId="{969269AE-7CAD-4315-9F0F-0C843EF59B5F}" dt="2026-01-03T13:11:04.458" v="1096"/>
          <ac:spMkLst>
            <pc:docMk/>
            <pc:sldMk cId="2700301894" sldId="264"/>
            <ac:spMk id="3" creationId="{0AB68BBA-B1C9-F7BA-D7A9-41E26A0FF9F6}"/>
          </ac:spMkLst>
        </pc:spChg>
        <pc:spChg chg="add mod">
          <ac:chgData name="Sandhya S" userId="c8502fb30bfb858f" providerId="LiveId" clId="{969269AE-7CAD-4315-9F0F-0C843EF59B5F}" dt="2026-01-03T13:23:51.543" v="1440" actId="207"/>
          <ac:spMkLst>
            <pc:docMk/>
            <pc:sldMk cId="2700301894" sldId="264"/>
            <ac:spMk id="4" creationId="{B8689B73-DF87-2509-CD6C-1F95B3053911}"/>
          </ac:spMkLst>
        </pc:spChg>
        <pc:spChg chg="add del mod">
          <ac:chgData name="Sandhya S" userId="c8502fb30bfb858f" providerId="LiveId" clId="{969269AE-7CAD-4315-9F0F-0C843EF59B5F}" dt="2026-01-03T13:16:24.958" v="1328"/>
          <ac:spMkLst>
            <pc:docMk/>
            <pc:sldMk cId="2700301894" sldId="264"/>
            <ac:spMk id="5" creationId="{666CD2B4-683D-1D21-91FF-F438389E3D9C}"/>
          </ac:spMkLst>
        </pc:spChg>
        <pc:spChg chg="add mod">
          <ac:chgData name="Sandhya S" userId="c8502fb30bfb858f" providerId="LiveId" clId="{969269AE-7CAD-4315-9F0F-0C843EF59B5F}" dt="2026-01-03T13:24:02.787" v="1442" actId="207"/>
          <ac:spMkLst>
            <pc:docMk/>
            <pc:sldMk cId="2700301894" sldId="264"/>
            <ac:spMk id="6" creationId="{069590BC-E653-95DA-3608-6C90A12B1652}"/>
          </ac:spMkLst>
        </pc:spChg>
        <pc:graphicFrameChg chg="add del mod">
          <ac:chgData name="Sandhya S" userId="c8502fb30bfb858f" providerId="LiveId" clId="{969269AE-7CAD-4315-9F0F-0C843EF59B5F}" dt="2026-01-03T13:19:51.714" v="1358" actId="478"/>
          <ac:graphicFrameMkLst>
            <pc:docMk/>
            <pc:sldMk cId="2700301894" sldId="264"/>
            <ac:graphicFrameMk id="7" creationId="{C989355E-38D5-0276-8F0D-4A90DB97A437}"/>
          </ac:graphicFrameMkLst>
        </pc:graphicFrameChg>
        <pc:graphicFrameChg chg="add del mod">
          <ac:chgData name="Sandhya S" userId="c8502fb30bfb858f" providerId="LiveId" clId="{969269AE-7CAD-4315-9F0F-0C843EF59B5F}" dt="2026-01-03T13:19:55.894" v="1360" actId="478"/>
          <ac:graphicFrameMkLst>
            <pc:docMk/>
            <pc:sldMk cId="2700301894" sldId="264"/>
            <ac:graphicFrameMk id="8" creationId="{536D7D63-2662-79F8-C26D-64F6F6E8D860}"/>
          </ac:graphicFrameMkLst>
        </pc:graphicFrameChg>
        <pc:picChg chg="add mod">
          <ac:chgData name="Sandhya S" userId="c8502fb30bfb858f" providerId="LiveId" clId="{969269AE-7CAD-4315-9F0F-0C843EF59B5F}" dt="2026-01-03T13:11:02.881" v="1094" actId="1076"/>
          <ac:picMkLst>
            <pc:docMk/>
            <pc:sldMk cId="2700301894" sldId="264"/>
            <ac:picMk id="3074" creationId="{3F286BD7-8F8D-7550-4DDF-3647B042DC06}"/>
          </ac:picMkLst>
        </pc:picChg>
        <pc:picChg chg="add mod">
          <ac:chgData name="Sandhya S" userId="c8502fb30bfb858f" providerId="LiveId" clId="{969269AE-7CAD-4315-9F0F-0C843EF59B5F}" dt="2026-01-03T13:16:24.525" v="1326" actId="1076"/>
          <ac:picMkLst>
            <pc:docMk/>
            <pc:sldMk cId="2700301894" sldId="264"/>
            <ac:picMk id="3076" creationId="{CA91B07A-7906-3140-412B-6957132777BB}"/>
          </ac:picMkLst>
        </pc:picChg>
      </pc:sldChg>
      <pc:sldChg chg="addSp delSp modSp new mod">
        <pc:chgData name="Sandhya S" userId="c8502fb30bfb858f" providerId="LiveId" clId="{969269AE-7CAD-4315-9F0F-0C843EF59B5F}" dt="2026-01-03T13:38:11.724" v="1828" actId="1076"/>
        <pc:sldMkLst>
          <pc:docMk/>
          <pc:sldMk cId="3165540916" sldId="265"/>
        </pc:sldMkLst>
        <pc:spChg chg="add del mod">
          <ac:chgData name="Sandhya S" userId="c8502fb30bfb858f" providerId="LiveId" clId="{969269AE-7CAD-4315-9F0F-0C843EF59B5F}" dt="2026-01-03T13:21:50.206" v="1402"/>
          <ac:spMkLst>
            <pc:docMk/>
            <pc:sldMk cId="3165540916" sldId="265"/>
            <ac:spMk id="2" creationId="{81EAC40C-480A-917D-FC9C-28229D805EBB}"/>
          </ac:spMkLst>
        </pc:spChg>
        <pc:spChg chg="add mod">
          <ac:chgData name="Sandhya S" userId="c8502fb30bfb858f" providerId="LiveId" clId="{969269AE-7CAD-4315-9F0F-0C843EF59B5F}" dt="2026-01-03T13:32:59.058" v="1513" actId="1076"/>
          <ac:spMkLst>
            <pc:docMk/>
            <pc:sldMk cId="3165540916" sldId="265"/>
            <ac:spMk id="3" creationId="{89F7D6E3-2E0B-F167-3E88-4C268CAFA7F3}"/>
          </ac:spMkLst>
        </pc:spChg>
        <pc:spChg chg="add del mod">
          <ac:chgData name="Sandhya S" userId="c8502fb30bfb858f" providerId="LiveId" clId="{969269AE-7CAD-4315-9F0F-0C843EF59B5F}" dt="2026-01-03T13:32:59.681" v="1515"/>
          <ac:spMkLst>
            <pc:docMk/>
            <pc:sldMk cId="3165540916" sldId="265"/>
            <ac:spMk id="4" creationId="{7A68D8A1-0D09-2D03-8DCC-DA44B7705E0E}"/>
          </ac:spMkLst>
        </pc:spChg>
        <pc:spChg chg="add mod">
          <ac:chgData name="Sandhya S" userId="c8502fb30bfb858f" providerId="LiveId" clId="{969269AE-7CAD-4315-9F0F-0C843EF59B5F}" dt="2026-01-03T13:38:11.724" v="1828" actId="1076"/>
          <ac:spMkLst>
            <pc:docMk/>
            <pc:sldMk cId="3165540916" sldId="265"/>
            <ac:spMk id="5" creationId="{CD81A328-9E6E-05CE-4FDE-FA83E8A7515D}"/>
          </ac:spMkLst>
        </pc:spChg>
        <pc:picChg chg="add mod">
          <ac:chgData name="Sandhya S" userId="c8502fb30bfb858f" providerId="LiveId" clId="{969269AE-7CAD-4315-9F0F-0C843EF59B5F}" dt="2026-01-03T13:32:48.003" v="1510" actId="1076"/>
          <ac:picMkLst>
            <pc:docMk/>
            <pc:sldMk cId="3165540916" sldId="265"/>
            <ac:picMk id="4098" creationId="{96D99F93-3382-499B-8B02-DC3653A5CF20}"/>
          </ac:picMkLst>
        </pc:picChg>
        <pc:picChg chg="add mod">
          <ac:chgData name="Sandhya S" userId="c8502fb30bfb858f" providerId="LiveId" clId="{969269AE-7CAD-4315-9F0F-0C843EF59B5F}" dt="2026-01-03T13:32:55.027" v="1512" actId="1076"/>
          <ac:picMkLst>
            <pc:docMk/>
            <pc:sldMk cId="3165540916" sldId="265"/>
            <ac:picMk id="4100" creationId="{C5A9E26D-E3A3-7CDD-F09B-028649EB4584}"/>
          </ac:picMkLst>
        </pc:picChg>
      </pc:sldChg>
      <pc:sldChg chg="addSp delSp modSp new mod">
        <pc:chgData name="Sandhya S" userId="c8502fb30bfb858f" providerId="LiveId" clId="{969269AE-7CAD-4315-9F0F-0C843EF59B5F}" dt="2026-01-03T13:55:26.513" v="1968" actId="207"/>
        <pc:sldMkLst>
          <pc:docMk/>
          <pc:sldMk cId="2675046261" sldId="266"/>
        </pc:sldMkLst>
        <pc:spChg chg="add mod">
          <ac:chgData name="Sandhya S" userId="c8502fb30bfb858f" providerId="LiveId" clId="{969269AE-7CAD-4315-9F0F-0C843EF59B5F}" dt="2026-01-03T13:41:48.288" v="1834" actId="1076"/>
          <ac:spMkLst>
            <pc:docMk/>
            <pc:sldMk cId="2675046261" sldId="266"/>
            <ac:spMk id="2" creationId="{E348361B-A9E9-AB78-E013-1BCBAC91721E}"/>
          </ac:spMkLst>
        </pc:spChg>
        <pc:spChg chg="add mod">
          <ac:chgData name="Sandhya S" userId="c8502fb30bfb858f" providerId="LiveId" clId="{969269AE-7CAD-4315-9F0F-0C843EF59B5F}" dt="2026-01-03T13:42:12.949" v="1841" actId="767"/>
          <ac:spMkLst>
            <pc:docMk/>
            <pc:sldMk cId="2675046261" sldId="266"/>
            <ac:spMk id="3" creationId="{65CEAE72-2A1F-5C7B-3A9B-153F7DCC5A75}"/>
          </ac:spMkLst>
        </pc:spChg>
        <pc:spChg chg="add del mod">
          <ac:chgData name="Sandhya S" userId="c8502fb30bfb858f" providerId="LiveId" clId="{969269AE-7CAD-4315-9F0F-0C843EF59B5F}" dt="2026-01-03T13:42:42.360" v="1851"/>
          <ac:spMkLst>
            <pc:docMk/>
            <pc:sldMk cId="2675046261" sldId="266"/>
            <ac:spMk id="4" creationId="{37C62E51-A85F-83DC-DAF3-FCE6E22C575A}"/>
          </ac:spMkLst>
        </pc:spChg>
        <pc:spChg chg="add mod">
          <ac:chgData name="Sandhya S" userId="c8502fb30bfb858f" providerId="LiveId" clId="{969269AE-7CAD-4315-9F0F-0C843EF59B5F}" dt="2026-01-03T13:55:03.733" v="1962" actId="207"/>
          <ac:spMkLst>
            <pc:docMk/>
            <pc:sldMk cId="2675046261" sldId="266"/>
            <ac:spMk id="5" creationId="{716756E0-9EFB-F160-7512-D5E5D6D7793D}"/>
          </ac:spMkLst>
        </pc:spChg>
        <pc:spChg chg="add mod">
          <ac:chgData name="Sandhya S" userId="c8502fb30bfb858f" providerId="LiveId" clId="{969269AE-7CAD-4315-9F0F-0C843EF59B5F}" dt="2026-01-03T13:55:10.594" v="1964" actId="207"/>
          <ac:spMkLst>
            <pc:docMk/>
            <pc:sldMk cId="2675046261" sldId="266"/>
            <ac:spMk id="6" creationId="{AEBB097C-AEA6-CFF2-F18E-A373264BBE67}"/>
          </ac:spMkLst>
        </pc:spChg>
        <pc:spChg chg="add mod">
          <ac:chgData name="Sandhya S" userId="c8502fb30bfb858f" providerId="LiveId" clId="{969269AE-7CAD-4315-9F0F-0C843EF59B5F}" dt="2026-01-03T13:55:26.513" v="1968" actId="207"/>
          <ac:spMkLst>
            <pc:docMk/>
            <pc:sldMk cId="2675046261" sldId="266"/>
            <ac:spMk id="7" creationId="{31F5390B-4908-118A-D7BC-A2BCAB1AB30D}"/>
          </ac:spMkLst>
        </pc:spChg>
        <pc:picChg chg="add mod">
          <ac:chgData name="Sandhya S" userId="c8502fb30bfb858f" providerId="LiveId" clId="{969269AE-7CAD-4315-9F0F-0C843EF59B5F}" dt="2026-01-03T13:42:11.885" v="1840" actId="14100"/>
          <ac:picMkLst>
            <pc:docMk/>
            <pc:sldMk cId="2675046261" sldId="266"/>
            <ac:picMk id="5122" creationId="{DE574F16-82BB-F1B1-3C80-66820380FF13}"/>
          </ac:picMkLst>
        </pc:picChg>
        <pc:picChg chg="add mod">
          <ac:chgData name="Sandhya S" userId="c8502fb30bfb858f" providerId="LiveId" clId="{969269AE-7CAD-4315-9F0F-0C843EF59B5F}" dt="2026-01-03T13:42:41.851" v="1849" actId="1076"/>
          <ac:picMkLst>
            <pc:docMk/>
            <pc:sldMk cId="2675046261" sldId="266"/>
            <ac:picMk id="5124" creationId="{7E08A06E-C374-F436-4F69-FD937247FF95}"/>
          </ac:picMkLst>
        </pc:picChg>
        <pc:picChg chg="add mod">
          <ac:chgData name="Sandhya S" userId="c8502fb30bfb858f" providerId="LiveId" clId="{969269AE-7CAD-4315-9F0F-0C843EF59B5F}" dt="2026-01-03T13:48:45.256" v="1866" actId="1076"/>
          <ac:picMkLst>
            <pc:docMk/>
            <pc:sldMk cId="2675046261" sldId="266"/>
            <ac:picMk id="5126" creationId="{ED30C7FB-FB7E-1F0D-5270-3AC36720DCEA}"/>
          </ac:picMkLst>
        </pc:picChg>
        <pc:picChg chg="add mod">
          <ac:chgData name="Sandhya S" userId="c8502fb30bfb858f" providerId="LiveId" clId="{969269AE-7CAD-4315-9F0F-0C843EF59B5F}" dt="2026-01-03T13:50:10.018" v="1878" actId="1076"/>
          <ac:picMkLst>
            <pc:docMk/>
            <pc:sldMk cId="2675046261" sldId="266"/>
            <ac:picMk id="5128" creationId="{5D888E29-A813-59A6-454F-2122EB477530}"/>
          </ac:picMkLst>
        </pc:picChg>
      </pc:sldChg>
      <pc:sldChg chg="addSp modSp new mod">
        <pc:chgData name="Sandhya S" userId="c8502fb30bfb858f" providerId="LiveId" clId="{969269AE-7CAD-4315-9F0F-0C843EF59B5F}" dt="2026-01-03T13:56:45.428" v="1979" actId="1076"/>
        <pc:sldMkLst>
          <pc:docMk/>
          <pc:sldMk cId="468441950" sldId="267"/>
        </pc:sldMkLst>
        <pc:spChg chg="add mod">
          <ac:chgData name="Sandhya S" userId="c8502fb30bfb858f" providerId="LiveId" clId="{969269AE-7CAD-4315-9F0F-0C843EF59B5F}" dt="2026-01-03T13:56:45.428" v="1979" actId="1076"/>
          <ac:spMkLst>
            <pc:docMk/>
            <pc:sldMk cId="468441950" sldId="267"/>
            <ac:spMk id="2" creationId="{006CD8D0-71FF-9C8A-F6BB-685FF2254B54}"/>
          </ac:spMkLst>
        </pc:spChg>
        <pc:picChg chg="add mod">
          <ac:chgData name="Sandhya S" userId="c8502fb30bfb858f" providerId="LiveId" clId="{969269AE-7CAD-4315-9F0F-0C843EF59B5F}" dt="2026-01-03T13:56:42.137" v="1978" actId="1076"/>
          <ac:picMkLst>
            <pc:docMk/>
            <pc:sldMk cId="468441950" sldId="267"/>
            <ac:picMk id="6146" creationId="{4A323F24-9E2D-F841-2125-1986FB51104F}"/>
          </ac:picMkLst>
        </pc:picChg>
      </pc:sldChg>
      <pc:sldChg chg="addSp delSp modSp new mod">
        <pc:chgData name="Sandhya S" userId="c8502fb30bfb858f" providerId="LiveId" clId="{969269AE-7CAD-4315-9F0F-0C843EF59B5F}" dt="2026-01-03T13:59:22.109" v="2022" actId="1076"/>
        <pc:sldMkLst>
          <pc:docMk/>
          <pc:sldMk cId="1077282082" sldId="268"/>
        </pc:sldMkLst>
        <pc:spChg chg="add del mod">
          <ac:chgData name="Sandhya S" userId="c8502fb30bfb858f" providerId="LiveId" clId="{969269AE-7CAD-4315-9F0F-0C843EF59B5F}" dt="2026-01-03T13:57:23.493" v="1989" actId="47"/>
          <ac:spMkLst>
            <pc:docMk/>
            <pc:sldMk cId="1077282082" sldId="268"/>
            <ac:spMk id="2" creationId="{4247D26C-CAD0-01A1-6B33-61850E048609}"/>
          </ac:spMkLst>
        </pc:spChg>
        <pc:spChg chg="add">
          <ac:chgData name="Sandhya S" userId="c8502fb30bfb858f" providerId="LiveId" clId="{969269AE-7CAD-4315-9F0F-0C843EF59B5F}" dt="2026-01-03T13:57:17.973" v="1986"/>
          <ac:spMkLst>
            <pc:docMk/>
            <pc:sldMk cId="1077282082" sldId="268"/>
            <ac:spMk id="3" creationId="{9BFDDE36-34C0-7987-0EB1-2C3EB80C43E2}"/>
          </ac:spMkLst>
        </pc:spChg>
        <pc:spChg chg="add mod">
          <ac:chgData name="Sandhya S" userId="c8502fb30bfb858f" providerId="LiveId" clId="{969269AE-7CAD-4315-9F0F-0C843EF59B5F}" dt="2026-01-03T13:57:55.085" v="1994" actId="1076"/>
          <ac:spMkLst>
            <pc:docMk/>
            <pc:sldMk cId="1077282082" sldId="268"/>
            <ac:spMk id="4" creationId="{4D36F8C1-F628-BFAB-2FF8-AAD928E68C9D}"/>
          </ac:spMkLst>
        </pc:spChg>
        <pc:spChg chg="add mod">
          <ac:chgData name="Sandhya S" userId="c8502fb30bfb858f" providerId="LiveId" clId="{969269AE-7CAD-4315-9F0F-0C843EF59B5F}" dt="2026-01-03T13:59:22.109" v="2022" actId="1076"/>
          <ac:spMkLst>
            <pc:docMk/>
            <pc:sldMk cId="1077282082" sldId="268"/>
            <ac:spMk id="5" creationId="{0158B132-3729-1E15-15A3-BD1C00E0F8FA}"/>
          </ac:spMkLst>
        </pc:spChg>
        <pc:picChg chg="add mod">
          <ac:chgData name="Sandhya S" userId="c8502fb30bfb858f" providerId="LiveId" clId="{969269AE-7CAD-4315-9F0F-0C843EF59B5F}" dt="2026-01-03T13:59:17.745" v="2021" actId="1076"/>
          <ac:picMkLst>
            <pc:docMk/>
            <pc:sldMk cId="1077282082" sldId="268"/>
            <ac:picMk id="7170" creationId="{926766E3-930A-33D9-86AB-68121BF8CD90}"/>
          </ac:picMkLst>
        </pc:picChg>
      </pc:sldChg>
      <pc:sldChg chg="addSp modSp new mod">
        <pc:chgData name="Sandhya S" userId="c8502fb30bfb858f" providerId="LiveId" clId="{969269AE-7CAD-4315-9F0F-0C843EF59B5F}" dt="2026-01-03T14:18:44.141" v="2264" actId="207"/>
        <pc:sldMkLst>
          <pc:docMk/>
          <pc:sldMk cId="2405452916" sldId="269"/>
        </pc:sldMkLst>
        <pc:spChg chg="add mod">
          <ac:chgData name="Sandhya S" userId="c8502fb30bfb858f" providerId="LiveId" clId="{969269AE-7CAD-4315-9F0F-0C843EF59B5F}" dt="2026-01-03T14:03:33.575" v="2028" actId="1076"/>
          <ac:spMkLst>
            <pc:docMk/>
            <pc:sldMk cId="2405452916" sldId="269"/>
            <ac:spMk id="2" creationId="{191E3C10-0F67-566B-0C6F-E0CAE0E0B191}"/>
          </ac:spMkLst>
        </pc:spChg>
        <pc:spChg chg="add mod">
          <ac:chgData name="Sandhya S" userId="c8502fb30bfb858f" providerId="LiveId" clId="{969269AE-7CAD-4315-9F0F-0C843EF59B5F}" dt="2026-01-03T14:18:44.141" v="2264" actId="207"/>
          <ac:spMkLst>
            <pc:docMk/>
            <pc:sldMk cId="2405452916" sldId="269"/>
            <ac:spMk id="3" creationId="{4235ABE2-E85F-7180-6EE2-8BB52D11742F}"/>
          </ac:spMkLst>
        </pc:spChg>
        <pc:spChg chg="add">
          <ac:chgData name="Sandhya S" userId="c8502fb30bfb858f" providerId="LiveId" clId="{969269AE-7CAD-4315-9F0F-0C843EF59B5F}" dt="2026-01-03T14:09:11.400" v="2158"/>
          <ac:spMkLst>
            <pc:docMk/>
            <pc:sldMk cId="2405452916" sldId="269"/>
            <ac:spMk id="4" creationId="{D77AC2A7-B5B2-AFD0-99DD-2DD4A583CCCB}"/>
          </ac:spMkLst>
        </pc:spChg>
        <pc:spChg chg="add mod">
          <ac:chgData name="Sandhya S" userId="c8502fb30bfb858f" providerId="LiveId" clId="{969269AE-7CAD-4315-9F0F-0C843EF59B5F}" dt="2026-01-03T14:09:21.271" v="2161"/>
          <ac:spMkLst>
            <pc:docMk/>
            <pc:sldMk cId="2405452916" sldId="269"/>
            <ac:spMk id="5" creationId="{499E67E7-080B-96A4-F89B-0A14179F4354}"/>
          </ac:spMkLst>
        </pc:spChg>
        <pc:spChg chg="add">
          <ac:chgData name="Sandhya S" userId="c8502fb30bfb858f" providerId="LiveId" clId="{969269AE-7CAD-4315-9F0F-0C843EF59B5F}" dt="2026-01-03T14:09:32.155" v="2163"/>
          <ac:spMkLst>
            <pc:docMk/>
            <pc:sldMk cId="2405452916" sldId="269"/>
            <ac:spMk id="6" creationId="{63A7DFA8-46CB-EAFE-2EFA-A8C0F538D914}"/>
          </ac:spMkLst>
        </pc:spChg>
        <pc:spChg chg="add">
          <ac:chgData name="Sandhya S" userId="c8502fb30bfb858f" providerId="LiveId" clId="{969269AE-7CAD-4315-9F0F-0C843EF59B5F}" dt="2026-01-03T14:09:32.155" v="2163"/>
          <ac:spMkLst>
            <pc:docMk/>
            <pc:sldMk cId="2405452916" sldId="269"/>
            <ac:spMk id="7" creationId="{279745A0-39F7-D809-5288-65123F015E56}"/>
          </ac:spMkLst>
        </pc:spChg>
        <pc:spChg chg="add">
          <ac:chgData name="Sandhya S" userId="c8502fb30bfb858f" providerId="LiveId" clId="{969269AE-7CAD-4315-9F0F-0C843EF59B5F}" dt="2026-01-03T14:09:32.155" v="2163"/>
          <ac:spMkLst>
            <pc:docMk/>
            <pc:sldMk cId="2405452916" sldId="269"/>
            <ac:spMk id="8" creationId="{781A73D0-5CB1-799B-031B-F5B282F00320}"/>
          </ac:spMkLst>
        </pc:spChg>
        <pc:spChg chg="add">
          <ac:chgData name="Sandhya S" userId="c8502fb30bfb858f" providerId="LiveId" clId="{969269AE-7CAD-4315-9F0F-0C843EF59B5F}" dt="2026-01-03T14:09:32.155" v="2163"/>
          <ac:spMkLst>
            <pc:docMk/>
            <pc:sldMk cId="2405452916" sldId="269"/>
            <ac:spMk id="9" creationId="{B0DA31C2-1E5A-99E3-6DF0-EAF439F52CE6}"/>
          </ac:spMkLst>
        </pc:spChg>
      </pc:sldChg>
      <pc:sldChg chg="addSp modSp new mod">
        <pc:chgData name="Sandhya S" userId="c8502fb30bfb858f" providerId="LiveId" clId="{969269AE-7CAD-4315-9F0F-0C843EF59B5F}" dt="2026-01-03T14:14:21.948" v="2220" actId="1076"/>
        <pc:sldMkLst>
          <pc:docMk/>
          <pc:sldMk cId="1175438146" sldId="270"/>
        </pc:sldMkLst>
        <pc:spChg chg="add mod">
          <ac:chgData name="Sandhya S" userId="c8502fb30bfb858f" providerId="LiveId" clId="{969269AE-7CAD-4315-9F0F-0C843EF59B5F}" dt="2026-01-03T14:14:21.948" v="2220" actId="1076"/>
          <ac:spMkLst>
            <pc:docMk/>
            <pc:sldMk cId="1175438146" sldId="270"/>
            <ac:spMk id="2" creationId="{3D47D18D-2B29-D920-4A96-92139FE5834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52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660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827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48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667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857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50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146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77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790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6730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112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5815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996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664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94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42668-6393-48E8-B069-FE7311773A4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DA79DF-C5AA-4789-BAD6-3E73DDAD3C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46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4D17E-AAF9-16AB-314C-33E25AEA8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751" y="3429000"/>
            <a:ext cx="7766936" cy="1646302"/>
          </a:xfrm>
        </p:spPr>
        <p:txBody>
          <a:bodyPr/>
          <a:lstStyle/>
          <a:p>
            <a:r>
              <a:rPr lang="en-IN" cap="all" dirty="0"/>
              <a:t>PROJECT PRESENTATION</a:t>
            </a:r>
            <a:br>
              <a:rPr lang="en-IN" cap="all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879D6-025C-3DFC-6C65-4BC1843AF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54584" y="2536665"/>
            <a:ext cx="7766936" cy="109689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ONLINE SALES DATASET</a:t>
            </a:r>
            <a:r>
              <a:rPr lang="en-IN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1945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03CD-4596-2904-6160-43F0C6285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150258" y="-59310"/>
            <a:ext cx="7766936" cy="1646302"/>
          </a:xfrm>
        </p:spPr>
        <p:txBody>
          <a:bodyPr/>
          <a:lstStyle/>
          <a:p>
            <a:r>
              <a:rPr lang="en-IN" sz="3200" cap="all" dirty="0"/>
              <a:t>DESCRIPTION ABOUT DATA</a:t>
            </a:r>
            <a:br>
              <a:rPr lang="en-IN" cap="all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DE3E8-A089-F4D4-9FE6-12E0F9D48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6061" y="872488"/>
            <a:ext cx="7766936" cy="10968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Online Sales Dataset contains transactional data collected from an e-commerce platform. It records details of customer purchases made through an online website over a specific time period. The dataset helps analyze sales performance, customer's review rating and product demand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8ED4B6-347E-D47D-983E-2A6A7CE5647A}"/>
              </a:ext>
            </a:extLst>
          </p:cNvPr>
          <p:cNvSpPr txBox="1"/>
          <p:nvPr/>
        </p:nvSpPr>
        <p:spPr>
          <a:xfrm>
            <a:off x="776858" y="2351782"/>
            <a:ext cx="19127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cap="all" dirty="0">
                <a:solidFill>
                  <a:schemeClr val="accent1"/>
                </a:solidFill>
              </a:rPr>
              <a:t>PROCESS </a:t>
            </a:r>
          </a:p>
          <a:p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E603D-75A5-0BC2-6D0C-0882CC8AAC61}"/>
              </a:ext>
            </a:extLst>
          </p:cNvPr>
          <p:cNvSpPr txBox="1"/>
          <p:nvPr/>
        </p:nvSpPr>
        <p:spPr>
          <a:xfrm>
            <a:off x="1204451" y="3156824"/>
            <a:ext cx="96454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we can checked the information of the dataset regarding their </a:t>
            </a:r>
            <a:r>
              <a:rPr lang="en-US" dirty="0" err="1"/>
              <a:t>feature,datatype</a:t>
            </a:r>
            <a:r>
              <a:rPr lang="en-US" dirty="0"/>
              <a:t> and null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Checked the unique features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Checked duplicates for the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EDA-In this process we </a:t>
            </a:r>
            <a:r>
              <a:rPr lang="en-US" dirty="0" err="1"/>
              <a:t>segemented</a:t>
            </a:r>
            <a:r>
              <a:rPr lang="en-US" dirty="0"/>
              <a:t> and segregated the features and framed questions.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segmentation we grouped the questions accordingly, we </a:t>
            </a:r>
            <a:r>
              <a:rPr lang="en-US" dirty="0" err="1"/>
              <a:t>visualizad</a:t>
            </a:r>
            <a:r>
              <a:rPr lang="en-US" dirty="0"/>
              <a:t> for better understanding.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53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24FB8B-3097-BEA7-7E3A-98168B104A73}"/>
              </a:ext>
            </a:extLst>
          </p:cNvPr>
          <p:cNvSpPr txBox="1"/>
          <p:nvPr/>
        </p:nvSpPr>
        <p:spPr>
          <a:xfrm>
            <a:off x="226143" y="943895"/>
            <a:ext cx="499970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cap="all" dirty="0">
                <a:solidFill>
                  <a:schemeClr val="accent1"/>
                </a:solidFill>
              </a:rPr>
              <a:t>WORKFLOW OF DATA ANALYSIS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8179C-0E27-2930-A80F-22B8075FFC96}"/>
              </a:ext>
            </a:extLst>
          </p:cNvPr>
          <p:cNvSpPr txBox="1"/>
          <p:nvPr/>
        </p:nvSpPr>
        <p:spPr>
          <a:xfrm>
            <a:off x="2991463" y="1744114"/>
            <a:ext cx="57592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* COLLECTION OF DATA</a:t>
            </a:r>
          </a:p>
          <a:p>
            <a:r>
              <a:rPr lang="en-US" sz="2000" dirty="0"/>
              <a:t>* UNDERSTANDING DATA AND BUSINESS PROBLEM</a:t>
            </a:r>
          </a:p>
          <a:p>
            <a:r>
              <a:rPr lang="en-US" sz="2000" dirty="0"/>
              <a:t>* DATA CLEANING</a:t>
            </a:r>
          </a:p>
          <a:p>
            <a:r>
              <a:rPr lang="en-US" sz="2000" dirty="0"/>
              <a:t>* DATA TRANSFORMATION</a:t>
            </a:r>
          </a:p>
          <a:p>
            <a:r>
              <a:rPr lang="en-US" sz="2000" dirty="0"/>
              <a:t>* EXPLORATORY DATA ANALYSIS</a:t>
            </a:r>
          </a:p>
          <a:p>
            <a:r>
              <a:rPr lang="en-US" sz="2000" dirty="0"/>
              <a:t>* DATA VISUALIZATION</a:t>
            </a:r>
          </a:p>
          <a:p>
            <a:r>
              <a:rPr lang="en-US" sz="2000" dirty="0"/>
              <a:t>* PRESENT FINAL INSIGHTS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41934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28E9D6-BCC9-3E87-3CC7-5BAAFC7A31F2}"/>
              </a:ext>
            </a:extLst>
          </p:cNvPr>
          <p:cNvSpPr txBox="1"/>
          <p:nvPr/>
        </p:nvSpPr>
        <p:spPr>
          <a:xfrm>
            <a:off x="324465" y="304800"/>
            <a:ext cx="34960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cap="all" dirty="0">
                <a:solidFill>
                  <a:schemeClr val="accent1"/>
                </a:solidFill>
              </a:rPr>
              <a:t>1. collection of data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34D2B-DEA0-C50D-E79E-E29F850209C5}"/>
              </a:ext>
            </a:extLst>
          </p:cNvPr>
          <p:cNvSpPr txBox="1"/>
          <p:nvPr/>
        </p:nvSpPr>
        <p:spPr>
          <a:xfrm>
            <a:off x="865239" y="943897"/>
            <a:ext cx="8760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Collected this data from </a:t>
            </a:r>
            <a:r>
              <a:rPr lang="en-US" dirty="0" err="1"/>
              <a:t>kaggle</a:t>
            </a:r>
            <a:r>
              <a:rPr lang="en-US" dirty="0"/>
              <a:t> by checking their </a:t>
            </a:r>
            <a:r>
              <a:rPr lang="en-US" dirty="0" err="1"/>
              <a:t>rows,columns</a:t>
            </a:r>
            <a:r>
              <a:rPr lang="en-US" dirty="0"/>
              <a:t> and null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Downloaded in CSV format .</a:t>
            </a:r>
          </a:p>
          <a:p>
            <a:endParaRPr lang="en-US" dirty="0"/>
          </a:p>
          <a:p>
            <a:endParaRPr lang="en-IN" cap="al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46748-55CF-1863-7EB2-08012D07881A}"/>
              </a:ext>
            </a:extLst>
          </p:cNvPr>
          <p:cNvSpPr txBox="1"/>
          <p:nvPr/>
        </p:nvSpPr>
        <p:spPr>
          <a:xfrm>
            <a:off x="315456" y="1887343"/>
            <a:ext cx="701006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cap="all" dirty="0">
                <a:solidFill>
                  <a:schemeClr val="accent1"/>
                </a:solidFill>
              </a:rPr>
              <a:t>2.UNDERSTANDING DATA AND BUSINESS PROBLEM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E2241-09A4-5428-1109-47CFCF7E5B55}"/>
              </a:ext>
            </a:extLst>
          </p:cNvPr>
          <p:cNvSpPr txBox="1"/>
          <p:nvPr/>
        </p:nvSpPr>
        <p:spPr>
          <a:xfrm>
            <a:off x="1012723" y="2626007"/>
            <a:ext cx="108733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dataset includes </a:t>
            </a:r>
            <a:r>
              <a:rPr lang="en-IN" dirty="0" err="1"/>
              <a:t>cutomers</a:t>
            </a:r>
            <a:r>
              <a:rPr lang="en-IN" dirty="0"/>
              <a:t> personal details like </a:t>
            </a:r>
            <a:r>
              <a:rPr lang="en-IN" dirty="0" err="1"/>
              <a:t>Cutomer_id</a:t>
            </a:r>
            <a:r>
              <a:rPr lang="en-IN" dirty="0"/>
              <a:t> , State and 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contains product information like </a:t>
            </a:r>
            <a:r>
              <a:rPr lang="en-IN" b="1" dirty="0" err="1"/>
              <a:t>Product_Category</a:t>
            </a:r>
            <a:r>
              <a:rPr lang="en-IN" b="1" dirty="0"/>
              <a:t>, </a:t>
            </a:r>
            <a:r>
              <a:rPr lang="en-IN" b="1" dirty="0" err="1"/>
              <a:t>Product_Name</a:t>
            </a:r>
            <a:r>
              <a:rPr lang="en-IN" b="1" dirty="0"/>
              <a:t>, Quantity, </a:t>
            </a:r>
            <a:r>
              <a:rPr lang="en-IN" b="1" dirty="0" err="1"/>
              <a:t>Total_Sales_INR</a:t>
            </a:r>
            <a:r>
              <a:rPr lang="en-IN" b="1" dirty="0"/>
              <a:t>,</a:t>
            </a:r>
          </a:p>
          <a:p>
            <a:r>
              <a:rPr lang="en-IN" b="1" dirty="0"/>
              <a:t>    </a:t>
            </a:r>
            <a:r>
              <a:rPr lang="en-IN" b="1" dirty="0" err="1"/>
              <a:t>Unit_Price_INR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Payment details like </a:t>
            </a:r>
            <a:r>
              <a:rPr lang="en-IN" b="1" dirty="0" err="1"/>
              <a:t>Payment_Method</a:t>
            </a:r>
            <a:r>
              <a:rPr lang="en-IN" b="1" dirty="0"/>
              <a:t>, </a:t>
            </a:r>
            <a:r>
              <a:rPr lang="en-IN" b="1" dirty="0" err="1"/>
              <a:t>Delivery_Status</a:t>
            </a:r>
            <a:r>
              <a:rPr lang="en-IN" b="1" dirty="0"/>
              <a:t>, </a:t>
            </a:r>
            <a:r>
              <a:rPr lang="en-IN" b="1" dirty="0" err="1"/>
              <a:t>Review_Rating,Review_Text</a:t>
            </a:r>
            <a:endParaRPr lang="en-IN" b="1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1AE34-8424-5710-9FE6-74B94E28DA6B}"/>
              </a:ext>
            </a:extLst>
          </p:cNvPr>
          <p:cNvSpPr txBox="1"/>
          <p:nvPr/>
        </p:nvSpPr>
        <p:spPr>
          <a:xfrm>
            <a:off x="305916" y="4123451"/>
            <a:ext cx="3659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3.SUMMARY OF FEATURES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A4F75A-4578-F2FE-115F-8AB57DA4FD12}"/>
              </a:ext>
            </a:extLst>
          </p:cNvPr>
          <p:cNvSpPr txBox="1"/>
          <p:nvPr/>
        </p:nvSpPr>
        <p:spPr>
          <a:xfrm>
            <a:off x="1278194" y="52700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ABE1CB-3429-8CEE-27B0-470C94D2E6E4}"/>
              </a:ext>
            </a:extLst>
          </p:cNvPr>
          <p:cNvSpPr txBox="1"/>
          <p:nvPr/>
        </p:nvSpPr>
        <p:spPr>
          <a:xfrm>
            <a:off x="1012723" y="4623759"/>
            <a:ext cx="1130790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online sales dataset consists of various features that capture complete information about e-commerce</a:t>
            </a:r>
          </a:p>
          <a:p>
            <a:r>
              <a:rPr lang="en-US" dirty="0"/>
              <a:t> transactions.  It includes order details such as order ID and order date, customer information like </a:t>
            </a:r>
          </a:p>
          <a:p>
            <a:r>
              <a:rPr lang="en-US" dirty="0"/>
              <a:t>customer ID and location, and product-related attributes including product ID, product name, and product </a:t>
            </a:r>
          </a:p>
          <a:p>
            <a:r>
              <a:rPr lang="en-US" dirty="0"/>
              <a:t>category. The dataset also contains numerical features such as quantity sold, unit price,</a:t>
            </a:r>
          </a:p>
          <a:p>
            <a:r>
              <a:rPr lang="en-US" dirty="0"/>
              <a:t> total sales amount, which help in analyzing revenue and business performance. In addition, categorical</a:t>
            </a:r>
          </a:p>
          <a:p>
            <a:r>
              <a:rPr lang="en-US" dirty="0"/>
              <a:t> features like payment method and order status provide insights into customer preferences and </a:t>
            </a:r>
          </a:p>
          <a:p>
            <a:r>
              <a:rPr lang="en-US" dirty="0"/>
              <a:t>delivery outcomes.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27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97A212-258A-AF07-7766-59F2B7755DF6}"/>
              </a:ext>
            </a:extLst>
          </p:cNvPr>
          <p:cNvSpPr txBox="1"/>
          <p:nvPr/>
        </p:nvSpPr>
        <p:spPr>
          <a:xfrm>
            <a:off x="167149" y="137651"/>
            <a:ext cx="23040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cap="all" dirty="0">
                <a:solidFill>
                  <a:schemeClr val="accent1"/>
                </a:solidFill>
              </a:rPr>
              <a:t>data cleaning</a:t>
            </a:r>
          </a:p>
          <a:p>
            <a:endParaRPr lang="en-IN" sz="240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4597EF-4610-DB38-706E-8F4CA25210A0}"/>
              </a:ext>
            </a:extLst>
          </p:cNvPr>
          <p:cNvSpPr txBox="1"/>
          <p:nvPr/>
        </p:nvSpPr>
        <p:spPr>
          <a:xfrm>
            <a:off x="757084" y="749813"/>
            <a:ext cx="907171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Checked for null values              No null values               # </a:t>
            </a:r>
            <a:r>
              <a:rPr lang="en-US" dirty="0" err="1"/>
              <a:t>dfname.isnull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Checked for duplicates               No duplicates              # </a:t>
            </a:r>
            <a:r>
              <a:rPr lang="en-US" dirty="0" err="1"/>
              <a:t>dfname.duplicated.sum</a:t>
            </a:r>
            <a:r>
              <a:rPr lang="en-US" dirty="0"/>
              <a:t>()</a:t>
            </a:r>
          </a:p>
          <a:p>
            <a:r>
              <a:rPr lang="en-IN" dirty="0"/>
              <a:t>    (ordered id &amp; </a:t>
            </a:r>
            <a:r>
              <a:rPr lang="en-IN" dirty="0" err="1"/>
              <a:t>cutomer</a:t>
            </a:r>
            <a:r>
              <a:rPr lang="en-IN" dirty="0"/>
              <a:t> 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Checked for unique features      each has it’s own unique    # </a:t>
            </a:r>
            <a:r>
              <a:rPr lang="en-US" dirty="0" err="1"/>
              <a:t>dfname.unique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Checked rows and columns           ROWS-</a:t>
            </a:r>
            <a:r>
              <a:rPr lang="en-IN" dirty="0"/>
              <a:t>15000</a:t>
            </a:r>
            <a:r>
              <a:rPr lang="en-US" dirty="0"/>
              <a:t> COLUMNS-13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Reviewed column names and data types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51D6AF-1A7C-2A2E-D796-186DC8B12AEA}"/>
              </a:ext>
            </a:extLst>
          </p:cNvPr>
          <p:cNvSpPr txBox="1"/>
          <p:nvPr/>
        </p:nvSpPr>
        <p:spPr>
          <a:xfrm>
            <a:off x="167149" y="3136490"/>
            <a:ext cx="33922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cap="all" dirty="0">
                <a:solidFill>
                  <a:schemeClr val="accent1"/>
                </a:solidFill>
              </a:rPr>
              <a:t>data transformation</a:t>
            </a:r>
          </a:p>
          <a:p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85233-E6C8-5791-7F4D-91BAA613CDB1}"/>
              </a:ext>
            </a:extLst>
          </p:cNvPr>
          <p:cNvSpPr txBox="1"/>
          <p:nvPr/>
        </p:nvSpPr>
        <p:spPr>
          <a:xfrm>
            <a:off x="1604298" y="3967487"/>
            <a:ext cx="57403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Dataset prepared for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Features made easier to understand and compare.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Ready for visualization and further analysis.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32689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74FF6A-4728-1CC2-E2EF-D1C091D5D3D9}"/>
              </a:ext>
            </a:extLst>
          </p:cNvPr>
          <p:cNvSpPr txBox="1"/>
          <p:nvPr/>
        </p:nvSpPr>
        <p:spPr>
          <a:xfrm>
            <a:off x="235975" y="255639"/>
            <a:ext cx="4137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cap="all" dirty="0">
                <a:solidFill>
                  <a:schemeClr val="accent1"/>
                </a:solidFill>
              </a:rPr>
              <a:t>exploratory data analysis</a:t>
            </a:r>
          </a:p>
          <a:p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0BA5FC-EC61-8B22-4F25-88862095BFC1}"/>
              </a:ext>
            </a:extLst>
          </p:cNvPr>
          <p:cNvSpPr txBox="1"/>
          <p:nvPr/>
        </p:nvSpPr>
        <p:spPr>
          <a:xfrm>
            <a:off x="943896" y="921328"/>
            <a:ext cx="88924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understand data patterns &amp;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the sales performance by customers review rating and </a:t>
            </a:r>
          </a:p>
          <a:p>
            <a:r>
              <a:rPr lang="en-US" dirty="0"/>
              <a:t>    This </a:t>
            </a:r>
            <a:r>
              <a:rPr lang="en-US" dirty="0" err="1"/>
              <a:t>anaylsis</a:t>
            </a:r>
            <a:r>
              <a:rPr lang="en-US" dirty="0"/>
              <a:t> Transaction records , Payment method &amp;which product sales highest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A94310-4309-5724-3658-697FC3FE8E8A}"/>
              </a:ext>
            </a:extLst>
          </p:cNvPr>
          <p:cNvSpPr txBox="1"/>
          <p:nvPr/>
        </p:nvSpPr>
        <p:spPr>
          <a:xfrm>
            <a:off x="167069" y="2552544"/>
            <a:ext cx="355943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cap="all" dirty="0">
                <a:solidFill>
                  <a:schemeClr val="accent1"/>
                </a:solidFill>
              </a:rPr>
              <a:t>segmentation analysis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9D2BD2-D7B5-1777-FB60-822AA1716260}"/>
              </a:ext>
            </a:extLst>
          </p:cNvPr>
          <p:cNvSpPr txBox="1"/>
          <p:nvPr/>
        </p:nvSpPr>
        <p:spPr>
          <a:xfrm>
            <a:off x="1847945" y="3291208"/>
            <a:ext cx="375711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dirty="0"/>
              <a:t>CUSTOMERS BASED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PRODUCT BASED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PAYMENT BASED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REGION BASED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DATE WISE ANALYSIS</a:t>
            </a:r>
          </a:p>
        </p:txBody>
      </p:sp>
    </p:spTree>
    <p:extLst>
      <p:ext uri="{BB962C8B-B14F-4D97-AF65-F5344CB8AC3E}">
        <p14:creationId xmlns:p14="http://schemas.microsoft.com/office/powerpoint/2010/main" val="87429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3687A-4CA6-510C-2763-0EB14685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166" y="0"/>
            <a:ext cx="7601427" cy="1179871"/>
          </a:xfrm>
        </p:spPr>
        <p:txBody>
          <a:bodyPr>
            <a:normAutofit/>
          </a:bodyPr>
          <a:lstStyle/>
          <a:p>
            <a:r>
              <a:rPr lang="en-IN" sz="2800" dirty="0"/>
              <a:t>CUSTOMERS BASED 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3B881F-D724-584F-2020-BC19F3C3868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525" y="560439"/>
            <a:ext cx="7601427" cy="501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59E22F-FDE9-FACB-4B12-B97063C7F259}"/>
              </a:ext>
            </a:extLst>
          </p:cNvPr>
          <p:cNvSpPr txBox="1"/>
          <p:nvPr/>
        </p:nvSpPr>
        <p:spPr>
          <a:xfrm>
            <a:off x="953729" y="5712542"/>
            <a:ext cx="110979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 that 28 state Sikkim has the highest product sales at about 596 ,followed by Rajasthan has the second </a:t>
            </a:r>
          </a:p>
          <a:p>
            <a:r>
              <a:rPr lang="en-IN" dirty="0"/>
              <a:t>Highest product sales at about 568 and Others are average between 500 to 550 . </a:t>
            </a:r>
            <a:r>
              <a:rPr lang="en-IN" dirty="0" err="1"/>
              <a:t>Andhrapradhesh</a:t>
            </a:r>
            <a:r>
              <a:rPr lang="en-IN" dirty="0"/>
              <a:t> has </a:t>
            </a:r>
          </a:p>
          <a:p>
            <a:r>
              <a:rPr lang="en-IN" dirty="0"/>
              <a:t>Least product sales at about 480</a:t>
            </a:r>
          </a:p>
        </p:txBody>
      </p:sp>
    </p:spTree>
    <p:extLst>
      <p:ext uri="{BB962C8B-B14F-4D97-AF65-F5344CB8AC3E}">
        <p14:creationId xmlns:p14="http://schemas.microsoft.com/office/powerpoint/2010/main" val="2162213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DCA181-4703-8202-A389-04920AD34FFC}"/>
              </a:ext>
            </a:extLst>
          </p:cNvPr>
          <p:cNvSpPr txBox="1"/>
          <p:nvPr/>
        </p:nvSpPr>
        <p:spPr>
          <a:xfrm>
            <a:off x="2821858" y="0"/>
            <a:ext cx="374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PRODUCT BASED ANALYSIS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8FF2079-6997-5306-C4FF-C22FB8797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6" y="383007"/>
            <a:ext cx="3470787" cy="269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E0E9B0-B16D-8BED-798B-3A3AC17984D8}"/>
              </a:ext>
            </a:extLst>
          </p:cNvPr>
          <p:cNvSpPr txBox="1"/>
          <p:nvPr/>
        </p:nvSpPr>
        <p:spPr>
          <a:xfrm>
            <a:off x="68826" y="3073310"/>
            <a:ext cx="592181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 that 5 product </a:t>
            </a:r>
            <a:r>
              <a:rPr lang="en-IN" dirty="0">
                <a:solidFill>
                  <a:schemeClr val="accent1"/>
                </a:solidFill>
              </a:rPr>
              <a:t>Electronic product </a:t>
            </a:r>
          </a:p>
          <a:p>
            <a:r>
              <a:rPr lang="en-IN" dirty="0"/>
              <a:t>has most ordered by </a:t>
            </a:r>
            <a:r>
              <a:rPr lang="en-IN" dirty="0" err="1"/>
              <a:t>cutomers</a:t>
            </a:r>
            <a:r>
              <a:rPr lang="en-IN" dirty="0"/>
              <a:t> at about </a:t>
            </a:r>
            <a:r>
              <a:rPr lang="en-IN" dirty="0">
                <a:solidFill>
                  <a:srgbClr val="00B0F0"/>
                </a:solidFill>
              </a:rPr>
              <a:t>3036</a:t>
            </a:r>
            <a:r>
              <a:rPr lang="en-IN" dirty="0"/>
              <a:t>,</a:t>
            </a:r>
          </a:p>
          <a:p>
            <a:r>
              <a:rPr lang="en-IN" dirty="0"/>
              <a:t>Followed by </a:t>
            </a:r>
            <a:r>
              <a:rPr lang="en-IN" dirty="0">
                <a:solidFill>
                  <a:schemeClr val="accent1"/>
                </a:solidFill>
              </a:rPr>
              <a:t>Books</a:t>
            </a:r>
            <a:r>
              <a:rPr lang="en-IN" dirty="0"/>
              <a:t> has also most ordered by </a:t>
            </a:r>
          </a:p>
          <a:p>
            <a:r>
              <a:rPr lang="en-IN" dirty="0"/>
              <a:t>Customers at about </a:t>
            </a:r>
            <a:r>
              <a:rPr lang="en-IN" dirty="0">
                <a:solidFill>
                  <a:srgbClr val="00B0F0"/>
                </a:solidFill>
              </a:rPr>
              <a:t>3035</a:t>
            </a:r>
            <a:r>
              <a:rPr lang="en-IN" dirty="0"/>
              <a:t>, </a:t>
            </a:r>
            <a:r>
              <a:rPr lang="en-IN" dirty="0">
                <a:solidFill>
                  <a:schemeClr val="accent1"/>
                </a:solidFill>
              </a:rPr>
              <a:t>Beauty</a:t>
            </a:r>
            <a:r>
              <a:rPr lang="en-IN" dirty="0"/>
              <a:t> product has ordered  </a:t>
            </a:r>
          </a:p>
          <a:p>
            <a:r>
              <a:rPr lang="en-IN" dirty="0"/>
              <a:t>About </a:t>
            </a:r>
            <a:r>
              <a:rPr lang="en-IN" dirty="0">
                <a:solidFill>
                  <a:srgbClr val="00B0F0"/>
                </a:solidFill>
              </a:rPr>
              <a:t>2995</a:t>
            </a:r>
            <a:r>
              <a:rPr lang="en-IN" dirty="0"/>
              <a:t>,</a:t>
            </a:r>
            <a:r>
              <a:rPr lang="en-IN" dirty="0">
                <a:solidFill>
                  <a:schemeClr val="accent1"/>
                </a:solidFill>
              </a:rPr>
              <a:t>Clothing</a:t>
            </a:r>
            <a:r>
              <a:rPr lang="en-IN" dirty="0"/>
              <a:t> product has ordered at about</a:t>
            </a:r>
          </a:p>
          <a:p>
            <a:r>
              <a:rPr lang="en-IN" dirty="0">
                <a:solidFill>
                  <a:srgbClr val="00B0F0"/>
                </a:solidFill>
              </a:rPr>
              <a:t>3022</a:t>
            </a:r>
            <a:r>
              <a:rPr lang="en-IN" dirty="0"/>
              <a:t>,</a:t>
            </a:r>
            <a:r>
              <a:rPr lang="en-IN" dirty="0">
                <a:solidFill>
                  <a:schemeClr val="accent1"/>
                </a:solidFill>
              </a:rPr>
              <a:t>Home&amp;Kitchen</a:t>
            </a:r>
            <a:r>
              <a:rPr lang="en-IN" dirty="0"/>
              <a:t> product has least ordered by </a:t>
            </a:r>
          </a:p>
          <a:p>
            <a:r>
              <a:rPr lang="en-IN" dirty="0"/>
              <a:t>Customer at about </a:t>
            </a:r>
            <a:r>
              <a:rPr lang="en-IN" dirty="0">
                <a:solidFill>
                  <a:srgbClr val="00B0F0"/>
                </a:solidFill>
              </a:rPr>
              <a:t>2910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FC01DD0-41DF-5FCD-0A8A-3CFB0193F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092" y="461665"/>
            <a:ext cx="5444049" cy="2532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4969E2-B648-6064-DBC3-D992640D9AC4}"/>
              </a:ext>
            </a:extLst>
          </p:cNvPr>
          <p:cNvSpPr txBox="1"/>
          <p:nvPr/>
        </p:nvSpPr>
        <p:spPr>
          <a:xfrm>
            <a:off x="6096000" y="3263237"/>
            <a:ext cx="57417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Children's book </a:t>
            </a:r>
            <a:r>
              <a:rPr lang="en-US" dirty="0"/>
              <a:t>has the highest review rate at about</a:t>
            </a:r>
          </a:p>
          <a:p>
            <a:r>
              <a:rPr lang="en-US" dirty="0">
                <a:solidFill>
                  <a:srgbClr val="00B0F0"/>
                </a:solidFill>
              </a:rPr>
              <a:t>636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Vacuum cleaner </a:t>
            </a:r>
            <a:r>
              <a:rPr lang="en-US" dirty="0"/>
              <a:t>has the most lowest review rate</a:t>
            </a:r>
          </a:p>
          <a:p>
            <a:r>
              <a:rPr lang="en-US" dirty="0"/>
              <a:t>At about </a:t>
            </a:r>
            <a:r>
              <a:rPr lang="en-US" dirty="0">
                <a:solidFill>
                  <a:srgbClr val="00B0F0"/>
                </a:solidFill>
              </a:rPr>
              <a:t>567</a:t>
            </a:r>
            <a:r>
              <a:rPr lang="en-US" dirty="0"/>
              <a:t> ,</a:t>
            </a:r>
            <a:r>
              <a:rPr lang="en-US" dirty="0">
                <a:solidFill>
                  <a:schemeClr val="accent1"/>
                </a:solidFill>
              </a:rPr>
              <a:t>Others</a:t>
            </a:r>
            <a:r>
              <a:rPr lang="en-US" dirty="0"/>
              <a:t> are average between </a:t>
            </a:r>
            <a:r>
              <a:rPr lang="en-US" dirty="0">
                <a:solidFill>
                  <a:srgbClr val="00B0F0"/>
                </a:solidFill>
              </a:rPr>
              <a:t>570 to 620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730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F286BD7-8F8D-7550-4DDF-3647B042D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57" y="141187"/>
            <a:ext cx="3356794" cy="248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689B73-DF87-2509-CD6C-1F95B3053911}"/>
              </a:ext>
            </a:extLst>
          </p:cNvPr>
          <p:cNvSpPr txBox="1"/>
          <p:nvPr/>
        </p:nvSpPr>
        <p:spPr>
          <a:xfrm>
            <a:off x="304800" y="3126658"/>
            <a:ext cx="53174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Books and Electronics </a:t>
            </a:r>
            <a:r>
              <a:rPr lang="en-IN" dirty="0"/>
              <a:t>have highest quantity </a:t>
            </a:r>
          </a:p>
          <a:p>
            <a:r>
              <a:rPr lang="en-IN" dirty="0"/>
              <a:t>Of product at about </a:t>
            </a:r>
            <a:r>
              <a:rPr lang="en-IN" dirty="0">
                <a:solidFill>
                  <a:srgbClr val="00B0F0"/>
                </a:solidFill>
              </a:rPr>
              <a:t>3036</a:t>
            </a:r>
            <a:r>
              <a:rPr lang="en-IN" dirty="0"/>
              <a:t> &amp; </a:t>
            </a:r>
            <a:r>
              <a:rPr lang="en-IN" dirty="0">
                <a:solidFill>
                  <a:srgbClr val="00B0F0"/>
                </a:solidFill>
              </a:rPr>
              <a:t>3035</a:t>
            </a:r>
            <a:r>
              <a:rPr lang="en-IN" dirty="0"/>
              <a:t>,</a:t>
            </a:r>
            <a:r>
              <a:rPr lang="en-IN" dirty="0">
                <a:solidFill>
                  <a:schemeClr val="accent1"/>
                </a:solidFill>
              </a:rPr>
              <a:t>Beauty</a:t>
            </a:r>
            <a:r>
              <a:rPr lang="en-IN" dirty="0"/>
              <a:t> product </a:t>
            </a:r>
          </a:p>
          <a:p>
            <a:r>
              <a:rPr lang="en-IN" dirty="0"/>
              <a:t>Has about </a:t>
            </a:r>
            <a:r>
              <a:rPr lang="en-IN" dirty="0">
                <a:solidFill>
                  <a:srgbClr val="00B0F0"/>
                </a:solidFill>
              </a:rPr>
              <a:t>2997</a:t>
            </a:r>
            <a:r>
              <a:rPr lang="en-IN" dirty="0"/>
              <a:t>,</a:t>
            </a:r>
            <a:r>
              <a:rPr lang="en-IN" dirty="0">
                <a:solidFill>
                  <a:schemeClr val="accent1"/>
                </a:solidFill>
              </a:rPr>
              <a:t>Clothing</a:t>
            </a:r>
            <a:r>
              <a:rPr lang="en-IN" dirty="0"/>
              <a:t> product has about </a:t>
            </a:r>
            <a:r>
              <a:rPr lang="en-IN" dirty="0">
                <a:solidFill>
                  <a:srgbClr val="00B0F0"/>
                </a:solidFill>
              </a:rPr>
              <a:t>3028</a:t>
            </a:r>
            <a:r>
              <a:rPr lang="en-IN" dirty="0"/>
              <a:t>,</a:t>
            </a:r>
          </a:p>
          <a:p>
            <a:r>
              <a:rPr lang="en-IN" dirty="0" err="1">
                <a:solidFill>
                  <a:schemeClr val="accent1"/>
                </a:solidFill>
              </a:rPr>
              <a:t>Home&amp;Kitchen</a:t>
            </a:r>
            <a:r>
              <a:rPr lang="en-IN" dirty="0">
                <a:solidFill>
                  <a:schemeClr val="accent1"/>
                </a:solidFill>
              </a:rPr>
              <a:t> </a:t>
            </a:r>
            <a:r>
              <a:rPr lang="en-IN" dirty="0"/>
              <a:t>product has </a:t>
            </a:r>
            <a:r>
              <a:rPr lang="en-IN" dirty="0">
                <a:solidFill>
                  <a:srgbClr val="00B0F0"/>
                </a:solidFill>
              </a:rPr>
              <a:t>2910</a:t>
            </a:r>
            <a:r>
              <a:rPr lang="en-IN" dirty="0"/>
              <a:t>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A91B07A-7906-3140-412B-695713277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923" y="141187"/>
            <a:ext cx="5966626" cy="2738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9590BC-E653-95DA-3608-6C90A12B1652}"/>
              </a:ext>
            </a:extLst>
          </p:cNvPr>
          <p:cNvSpPr txBox="1"/>
          <p:nvPr/>
        </p:nvSpPr>
        <p:spPr>
          <a:xfrm>
            <a:off x="6385373" y="3126658"/>
            <a:ext cx="550182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Sneakers</a:t>
            </a:r>
            <a:r>
              <a:rPr lang="en-US" dirty="0"/>
              <a:t> has highest unit price</a:t>
            </a:r>
            <a:r>
              <a:rPr lang="en-IN" dirty="0"/>
              <a:t> at about </a:t>
            </a:r>
            <a:r>
              <a:rPr lang="en-IN" dirty="0">
                <a:solidFill>
                  <a:srgbClr val="00B0F0"/>
                </a:solidFill>
              </a:rPr>
              <a:t>49994.43,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Waterpurifier</a:t>
            </a:r>
            <a:r>
              <a:rPr lang="en-US" dirty="0"/>
              <a:t> also have high unit price compare to </a:t>
            </a:r>
          </a:p>
          <a:p>
            <a:r>
              <a:rPr lang="en-US" dirty="0"/>
              <a:t>Others at about </a:t>
            </a:r>
            <a:r>
              <a:rPr lang="en-US" dirty="0">
                <a:solidFill>
                  <a:srgbClr val="00B0F0"/>
                </a:solidFill>
              </a:rPr>
              <a:t>49991.10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Mixer grinder </a:t>
            </a:r>
            <a:r>
              <a:rPr lang="en-US" dirty="0"/>
              <a:t>has most</a:t>
            </a:r>
          </a:p>
          <a:p>
            <a:r>
              <a:rPr lang="en-US" dirty="0"/>
              <a:t> least unit price at about </a:t>
            </a:r>
            <a:r>
              <a:rPr lang="en-US" dirty="0">
                <a:solidFill>
                  <a:srgbClr val="00B0F0"/>
                </a:solidFill>
              </a:rPr>
              <a:t>49664.09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30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96D99F93-3382-499B-8B02-DC3653A5C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17" y="61734"/>
            <a:ext cx="3191983" cy="2474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F7D6E3-2E0B-F167-3E88-4C268CAFA7F3}"/>
              </a:ext>
            </a:extLst>
          </p:cNvPr>
          <p:cNvSpPr txBox="1"/>
          <p:nvPr/>
        </p:nvSpPr>
        <p:spPr>
          <a:xfrm>
            <a:off x="104929" y="2700337"/>
            <a:ext cx="52533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Home &amp; Kitchen </a:t>
            </a:r>
            <a:r>
              <a:rPr lang="en-US" dirty="0"/>
              <a:t>has the lowest total sale at</a:t>
            </a:r>
          </a:p>
          <a:p>
            <a:r>
              <a:rPr lang="en-US" dirty="0"/>
              <a:t>About </a:t>
            </a:r>
            <a:r>
              <a:rPr lang="en-US" dirty="0">
                <a:solidFill>
                  <a:srgbClr val="00B0F0"/>
                </a:solidFill>
              </a:rPr>
              <a:t>2910</a:t>
            </a:r>
            <a:r>
              <a:rPr lang="en-US" dirty="0"/>
              <a:t>,</a:t>
            </a:r>
            <a:r>
              <a:rPr lang="en-US" dirty="0">
                <a:solidFill>
                  <a:schemeClr val="accent1"/>
                </a:solidFill>
              </a:rPr>
              <a:t>Electronics</a:t>
            </a:r>
            <a:r>
              <a:rPr lang="en-US" dirty="0"/>
              <a:t>  has highest total sale at </a:t>
            </a:r>
          </a:p>
          <a:p>
            <a:r>
              <a:rPr lang="en-US" dirty="0"/>
              <a:t>About </a:t>
            </a:r>
            <a:r>
              <a:rPr lang="en-US" dirty="0">
                <a:solidFill>
                  <a:srgbClr val="00B0F0"/>
                </a:solidFill>
              </a:rPr>
              <a:t>3036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C5A9E26D-E3A3-7CDD-F09B-028649EB4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078" y="58200"/>
            <a:ext cx="3356385" cy="264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81A328-9E6E-05CE-4FDE-FA83E8A7515D}"/>
              </a:ext>
            </a:extLst>
          </p:cNvPr>
          <p:cNvSpPr txBox="1"/>
          <p:nvPr/>
        </p:nvSpPr>
        <p:spPr>
          <a:xfrm>
            <a:off x="5358290" y="2700337"/>
            <a:ext cx="62191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</a:t>
            </a:r>
            <a:r>
              <a:rPr lang="en-US" dirty="0">
                <a:solidFill>
                  <a:schemeClr val="accent1"/>
                </a:solidFill>
              </a:rPr>
              <a:t>Clothing product </a:t>
            </a:r>
            <a:r>
              <a:rPr lang="en-US" dirty="0"/>
              <a:t>has the most fair deal</a:t>
            </a:r>
            <a:r>
              <a:rPr lang="en-IN" dirty="0"/>
              <a:t> at about </a:t>
            </a:r>
            <a:r>
              <a:rPr lang="en-IN" dirty="0">
                <a:solidFill>
                  <a:srgbClr val="00B0F0"/>
                </a:solidFill>
              </a:rPr>
              <a:t>132</a:t>
            </a:r>
            <a:r>
              <a:rPr lang="en-IN" dirty="0"/>
              <a:t> </a:t>
            </a:r>
          </a:p>
          <a:p>
            <a:r>
              <a:rPr lang="en-IN" dirty="0"/>
              <a:t>Review </a:t>
            </a:r>
            <a:r>
              <a:rPr lang="en-IN" dirty="0" err="1"/>
              <a:t>text,</a:t>
            </a:r>
            <a:r>
              <a:rPr lang="en-IN" dirty="0" err="1">
                <a:solidFill>
                  <a:schemeClr val="accent1"/>
                </a:solidFill>
              </a:rPr>
              <a:t>Electronics</a:t>
            </a:r>
            <a:r>
              <a:rPr lang="en-IN" dirty="0"/>
              <a:t> product has least fair deal at </a:t>
            </a:r>
          </a:p>
          <a:p>
            <a:r>
              <a:rPr lang="en-IN" dirty="0"/>
              <a:t>About </a:t>
            </a:r>
            <a:r>
              <a:rPr lang="en-IN" dirty="0">
                <a:solidFill>
                  <a:srgbClr val="00B0F0"/>
                </a:solidFill>
              </a:rPr>
              <a:t>100 </a:t>
            </a:r>
            <a:r>
              <a:rPr lang="en-IN" dirty="0"/>
              <a:t>review </a:t>
            </a:r>
            <a:r>
              <a:rPr lang="en-IN" dirty="0" err="1"/>
              <a:t>text,</a:t>
            </a:r>
            <a:r>
              <a:rPr lang="en-IN" dirty="0" err="1">
                <a:solidFill>
                  <a:schemeClr val="accent1"/>
                </a:solidFill>
              </a:rPr>
              <a:t>Books</a:t>
            </a:r>
            <a:r>
              <a:rPr lang="en-IN" dirty="0">
                <a:solidFill>
                  <a:schemeClr val="accent1"/>
                </a:solidFill>
              </a:rPr>
              <a:t> </a:t>
            </a:r>
            <a:r>
              <a:rPr lang="en-IN" dirty="0"/>
              <a:t>has about </a:t>
            </a:r>
            <a:r>
              <a:rPr lang="en-IN" dirty="0">
                <a:solidFill>
                  <a:srgbClr val="00B0F0"/>
                </a:solidFill>
              </a:rPr>
              <a:t>108</a:t>
            </a:r>
            <a:r>
              <a:rPr lang="en-IN" dirty="0"/>
              <a:t> review text ,</a:t>
            </a:r>
          </a:p>
          <a:p>
            <a:r>
              <a:rPr lang="en-IN" dirty="0">
                <a:solidFill>
                  <a:schemeClr val="accent1"/>
                </a:solidFill>
              </a:rPr>
              <a:t>Beauty </a:t>
            </a:r>
            <a:r>
              <a:rPr lang="en-IN" dirty="0"/>
              <a:t>product has about </a:t>
            </a:r>
            <a:r>
              <a:rPr lang="en-IN" dirty="0">
                <a:solidFill>
                  <a:srgbClr val="00B0F0"/>
                </a:solidFill>
              </a:rPr>
              <a:t>122</a:t>
            </a:r>
            <a:r>
              <a:rPr lang="en-IN" dirty="0"/>
              <a:t> review text, </a:t>
            </a:r>
            <a:r>
              <a:rPr lang="en-IN" dirty="0" err="1">
                <a:solidFill>
                  <a:schemeClr val="accent2"/>
                </a:solidFill>
              </a:rPr>
              <a:t>Home&amp;Kitchen</a:t>
            </a:r>
            <a:endParaRPr lang="en-IN" dirty="0">
              <a:solidFill>
                <a:schemeClr val="accent2"/>
              </a:solidFill>
            </a:endParaRPr>
          </a:p>
          <a:p>
            <a:r>
              <a:rPr lang="en-IN" dirty="0"/>
              <a:t>Has about </a:t>
            </a:r>
            <a:r>
              <a:rPr lang="en-IN" dirty="0">
                <a:solidFill>
                  <a:srgbClr val="00B0F0"/>
                </a:solidFill>
              </a:rPr>
              <a:t>118</a:t>
            </a:r>
            <a:r>
              <a:rPr lang="en-IN" dirty="0"/>
              <a:t> review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540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48361B-A9E9-AB78-E013-1BCBAC91721E}"/>
              </a:ext>
            </a:extLst>
          </p:cNvPr>
          <p:cNvSpPr txBox="1"/>
          <p:nvPr/>
        </p:nvSpPr>
        <p:spPr>
          <a:xfrm>
            <a:off x="2998839" y="88490"/>
            <a:ext cx="36572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PAYMENT BASED ANALYSIS</a:t>
            </a:r>
          </a:p>
          <a:p>
            <a:endParaRPr lang="en-IN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7E08A06E-C374-F436-4F69-FD937247F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20" y="475482"/>
            <a:ext cx="3091251" cy="242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6756E0-9EFB-F160-7512-D5E5D6D7793D}"/>
              </a:ext>
            </a:extLst>
          </p:cNvPr>
          <p:cNvSpPr txBox="1"/>
          <p:nvPr/>
        </p:nvSpPr>
        <p:spPr>
          <a:xfrm>
            <a:off x="442268" y="3084870"/>
            <a:ext cx="31377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5075</a:t>
            </a:r>
            <a:r>
              <a:rPr lang="en-US" dirty="0"/>
              <a:t> Product has </a:t>
            </a:r>
            <a:r>
              <a:rPr lang="en-US" dirty="0">
                <a:solidFill>
                  <a:schemeClr val="accent1"/>
                </a:solidFill>
              </a:rPr>
              <a:t>delivered</a:t>
            </a:r>
          </a:p>
          <a:p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4881</a:t>
            </a:r>
            <a:r>
              <a:rPr lang="en-US" dirty="0"/>
              <a:t> product has </a:t>
            </a:r>
            <a:r>
              <a:rPr lang="en-US" dirty="0">
                <a:solidFill>
                  <a:schemeClr val="accent1"/>
                </a:solidFill>
              </a:rPr>
              <a:t>returned</a:t>
            </a:r>
          </a:p>
          <a:p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5044</a:t>
            </a:r>
            <a:r>
              <a:rPr lang="en-US" dirty="0"/>
              <a:t> product has </a:t>
            </a:r>
            <a:r>
              <a:rPr lang="en-US" dirty="0">
                <a:solidFill>
                  <a:schemeClr val="accent1"/>
                </a:solidFill>
              </a:rPr>
              <a:t>pending</a:t>
            </a:r>
          </a:p>
          <a:p>
            <a:endParaRPr lang="en-IN" dirty="0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ED30C7FB-FB7E-1F0D-5270-3AC36720D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395" y="516123"/>
            <a:ext cx="3477392" cy="2695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BB097C-AEA6-CFF2-F18E-A373264BBE67}"/>
              </a:ext>
            </a:extLst>
          </p:cNvPr>
          <p:cNvSpPr txBox="1"/>
          <p:nvPr/>
        </p:nvSpPr>
        <p:spPr>
          <a:xfrm>
            <a:off x="4827449" y="3211546"/>
            <a:ext cx="53351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B0F0"/>
                </a:solidFill>
              </a:rPr>
              <a:t>1029</a:t>
            </a:r>
            <a:r>
              <a:rPr lang="en-IN" dirty="0"/>
              <a:t> </a:t>
            </a:r>
            <a:r>
              <a:rPr lang="en-IN" dirty="0">
                <a:solidFill>
                  <a:schemeClr val="accent1"/>
                </a:solidFill>
              </a:rPr>
              <a:t>Books</a:t>
            </a:r>
            <a:r>
              <a:rPr lang="en-IN" dirty="0"/>
              <a:t> were returned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Second highest </a:t>
            </a:r>
            <a:r>
              <a:rPr lang="en-US" dirty="0">
                <a:solidFill>
                  <a:srgbClr val="00B0F0"/>
                </a:solidFill>
              </a:rPr>
              <a:t>1006 </a:t>
            </a:r>
            <a:r>
              <a:rPr lang="en-US" dirty="0">
                <a:solidFill>
                  <a:schemeClr val="accent1"/>
                </a:solidFill>
              </a:rPr>
              <a:t>Electronics</a:t>
            </a:r>
            <a:r>
              <a:rPr lang="en-US" dirty="0"/>
              <a:t> were returned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5D888E29-A813-59A6-454F-2122EB477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58" y="4285199"/>
            <a:ext cx="3657220" cy="245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F5390B-4908-118A-D7BC-A2BCAB1AB30D}"/>
              </a:ext>
            </a:extLst>
          </p:cNvPr>
          <p:cNvSpPr txBox="1"/>
          <p:nvPr/>
        </p:nvSpPr>
        <p:spPr>
          <a:xfrm>
            <a:off x="4286435" y="4735041"/>
            <a:ext cx="641714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Most frequent payment method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</a:t>
            </a:r>
            <a:r>
              <a:rPr lang="en-US" dirty="0">
                <a:solidFill>
                  <a:schemeClr val="accent1"/>
                </a:solidFill>
              </a:rPr>
              <a:t> cash on delivery </a:t>
            </a:r>
            <a:r>
              <a:rPr lang="en-US" dirty="0"/>
              <a:t>at </a:t>
            </a:r>
            <a:r>
              <a:rPr lang="en-US" dirty="0">
                <a:solidFill>
                  <a:srgbClr val="00B0F0"/>
                </a:solidFill>
              </a:rPr>
              <a:t>3827</a:t>
            </a:r>
          </a:p>
          <a:p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3800 </a:t>
            </a:r>
            <a:r>
              <a:rPr lang="en-US" dirty="0"/>
              <a:t>Customer pay through </a:t>
            </a:r>
            <a:r>
              <a:rPr lang="en-US" dirty="0">
                <a:solidFill>
                  <a:schemeClr val="accent1"/>
                </a:solidFill>
              </a:rPr>
              <a:t>credit card</a:t>
            </a:r>
          </a:p>
          <a:p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3727</a:t>
            </a:r>
            <a:r>
              <a:rPr lang="en-US" dirty="0"/>
              <a:t> Customer pay through </a:t>
            </a:r>
            <a:r>
              <a:rPr lang="en-US" dirty="0">
                <a:solidFill>
                  <a:schemeClr val="accent1"/>
                </a:solidFill>
              </a:rPr>
              <a:t>debit card</a:t>
            </a:r>
          </a:p>
          <a:p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3646 </a:t>
            </a:r>
            <a:r>
              <a:rPr lang="en-US" dirty="0"/>
              <a:t>Customer pay through </a:t>
            </a:r>
            <a:r>
              <a:rPr lang="en-US" dirty="0" err="1">
                <a:solidFill>
                  <a:schemeClr val="accent1"/>
                </a:solidFill>
              </a:rPr>
              <a:t>upi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046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A323F24-9E2D-F841-2125-1986FB511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620" y="298500"/>
            <a:ext cx="4313961" cy="338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6CD8D0-71FF-9C8A-F6BB-685FF2254B54}"/>
              </a:ext>
            </a:extLst>
          </p:cNvPr>
          <p:cNvSpPr txBox="1"/>
          <p:nvPr/>
        </p:nvSpPr>
        <p:spPr>
          <a:xfrm>
            <a:off x="2201852" y="3682728"/>
            <a:ext cx="58144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Cash on delivery </a:t>
            </a:r>
            <a:r>
              <a:rPr lang="en-US" dirty="0"/>
              <a:t>has the high total sales at </a:t>
            </a:r>
            <a:r>
              <a:rPr lang="en-US" dirty="0">
                <a:solidFill>
                  <a:srgbClr val="00B0F0"/>
                </a:solidFill>
              </a:rPr>
              <a:t>3827</a:t>
            </a:r>
          </a:p>
          <a:p>
            <a:r>
              <a:rPr lang="en-US" dirty="0">
                <a:solidFill>
                  <a:schemeClr val="accent1"/>
                </a:solidFill>
              </a:rPr>
              <a:t>Credit card </a:t>
            </a:r>
            <a:r>
              <a:rPr lang="en-US" dirty="0"/>
              <a:t>has the second largest total sales</a:t>
            </a:r>
          </a:p>
          <a:p>
            <a:r>
              <a:rPr lang="en-US" dirty="0"/>
              <a:t>compare to others at </a:t>
            </a:r>
            <a:r>
              <a:rPr lang="en-US" dirty="0">
                <a:solidFill>
                  <a:srgbClr val="00B0F0"/>
                </a:solidFill>
              </a:rPr>
              <a:t>3800</a:t>
            </a:r>
            <a:r>
              <a:rPr lang="en-US" dirty="0"/>
              <a:t>,</a:t>
            </a:r>
            <a:r>
              <a:rPr lang="en-US" dirty="0">
                <a:solidFill>
                  <a:schemeClr val="accent1"/>
                </a:solidFill>
              </a:rPr>
              <a:t>UPI</a:t>
            </a:r>
            <a:r>
              <a:rPr lang="en-US" dirty="0"/>
              <a:t> has least total sales at </a:t>
            </a:r>
          </a:p>
          <a:p>
            <a:r>
              <a:rPr lang="en-US" dirty="0">
                <a:solidFill>
                  <a:srgbClr val="00B0F0"/>
                </a:solidFill>
              </a:rPr>
              <a:t>3646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8441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26766E3-930A-33D9-86AB-68121BF8C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096" y="551163"/>
            <a:ext cx="4885096" cy="3793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47D26C-CAD0-01A1-6B33-61850E048609}"/>
              </a:ext>
            </a:extLst>
          </p:cNvPr>
          <p:cNvSpPr txBox="1"/>
          <p:nvPr/>
        </p:nvSpPr>
        <p:spPr>
          <a:xfrm>
            <a:off x="2762865" y="55552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36F8C1-F628-BFAB-2FF8-AAD928E68C9D}"/>
              </a:ext>
            </a:extLst>
          </p:cNvPr>
          <p:cNvSpPr txBox="1"/>
          <p:nvPr/>
        </p:nvSpPr>
        <p:spPr>
          <a:xfrm>
            <a:off x="3467205" y="93341"/>
            <a:ext cx="29288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DATE WISE ANALYSIS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8B132-3729-1E15-15A3-BD1C00E0F8FA}"/>
              </a:ext>
            </a:extLst>
          </p:cNvPr>
          <p:cNvSpPr txBox="1"/>
          <p:nvPr/>
        </p:nvSpPr>
        <p:spPr>
          <a:xfrm>
            <a:off x="2153265" y="4454189"/>
            <a:ext cx="574945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2997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Beauty Product </a:t>
            </a:r>
            <a:r>
              <a:rPr lang="en-US" dirty="0"/>
              <a:t>can sold in same date</a:t>
            </a:r>
          </a:p>
          <a:p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3035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Books product </a:t>
            </a:r>
            <a:r>
              <a:rPr lang="en-US" dirty="0"/>
              <a:t>can sold in same date</a:t>
            </a:r>
          </a:p>
          <a:p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3022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Clothing product </a:t>
            </a:r>
            <a:r>
              <a:rPr lang="en-US" dirty="0"/>
              <a:t>can sold in same date</a:t>
            </a:r>
          </a:p>
          <a:p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3036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Electronic product </a:t>
            </a:r>
            <a:r>
              <a:rPr lang="en-US" dirty="0"/>
              <a:t>can sold in same date</a:t>
            </a:r>
          </a:p>
          <a:p>
            <a:r>
              <a:rPr lang="en-US" dirty="0"/>
              <a:t>* </a:t>
            </a:r>
            <a:r>
              <a:rPr lang="en-US" dirty="0">
                <a:solidFill>
                  <a:srgbClr val="00B0F0"/>
                </a:solidFill>
              </a:rPr>
              <a:t>2910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Home &amp; Kitchen </a:t>
            </a:r>
            <a:r>
              <a:rPr lang="en-US" dirty="0"/>
              <a:t>product can sold in same date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282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1E3C10-0F67-566B-0C6F-E0CAE0E0B191}"/>
              </a:ext>
            </a:extLst>
          </p:cNvPr>
          <p:cNvSpPr txBox="1"/>
          <p:nvPr/>
        </p:nvSpPr>
        <p:spPr>
          <a:xfrm>
            <a:off x="2939844" y="98323"/>
            <a:ext cx="358848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cap="all" dirty="0" err="1">
                <a:solidFill>
                  <a:schemeClr val="accent1"/>
                </a:solidFill>
              </a:rPr>
              <a:t>pRESENT</a:t>
            </a:r>
            <a:r>
              <a:rPr lang="en-IN" sz="2400" cap="all" dirty="0">
                <a:solidFill>
                  <a:schemeClr val="accent1"/>
                </a:solidFill>
              </a:rPr>
              <a:t> FINAL INSIGHTS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5ABE2-E85F-7180-6EE2-8BB52D11742F}"/>
              </a:ext>
            </a:extLst>
          </p:cNvPr>
          <p:cNvSpPr txBox="1"/>
          <p:nvPr/>
        </p:nvSpPr>
        <p:spPr>
          <a:xfrm>
            <a:off x="658761" y="836987"/>
            <a:ext cx="9140644" cy="81253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Sikkim </a:t>
            </a:r>
            <a:r>
              <a:rPr lang="en-US" dirty="0"/>
              <a:t>State has the highest product sales at about </a:t>
            </a:r>
            <a:r>
              <a:rPr lang="en-US" dirty="0">
                <a:solidFill>
                  <a:srgbClr val="00B0F0"/>
                </a:solidFill>
              </a:rPr>
              <a:t>596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Electronic</a:t>
            </a:r>
            <a:r>
              <a:rPr lang="en-US" dirty="0"/>
              <a:t> product has ordered most at about </a:t>
            </a:r>
            <a:r>
              <a:rPr lang="en-US" dirty="0">
                <a:solidFill>
                  <a:srgbClr val="00B0F0"/>
                </a:solidFill>
              </a:rPr>
              <a:t>3036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Children's book </a:t>
            </a:r>
            <a:r>
              <a:rPr lang="en-US" dirty="0"/>
              <a:t>has the highest review rate at about </a:t>
            </a:r>
            <a:r>
              <a:rPr lang="en-US" dirty="0">
                <a:solidFill>
                  <a:srgbClr val="00B0F0"/>
                </a:solidFill>
              </a:rPr>
              <a:t>636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Compare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to others </a:t>
            </a:r>
            <a:r>
              <a:rPr lang="en-US" dirty="0">
                <a:solidFill>
                  <a:schemeClr val="accent1"/>
                </a:solidFill>
              </a:rPr>
              <a:t>Books</a:t>
            </a:r>
            <a:r>
              <a:rPr lang="en-US" dirty="0">
                <a:solidFill>
                  <a:srgbClr val="00B0F0"/>
                </a:solidFill>
              </a:rPr>
              <a:t>(3035)</a:t>
            </a:r>
            <a:r>
              <a:rPr lang="en-US" dirty="0"/>
              <a:t>and </a:t>
            </a:r>
            <a:r>
              <a:rPr lang="en-US" dirty="0">
                <a:solidFill>
                  <a:schemeClr val="accent1"/>
                </a:solidFill>
              </a:rPr>
              <a:t>Electronic</a:t>
            </a:r>
            <a:r>
              <a:rPr lang="en-US" dirty="0">
                <a:solidFill>
                  <a:srgbClr val="00B0F0"/>
                </a:solidFill>
              </a:rPr>
              <a:t>(3036) </a:t>
            </a:r>
            <a:r>
              <a:rPr lang="en-US" dirty="0"/>
              <a:t>thus customer ordered highest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Sneakers</a:t>
            </a:r>
            <a:r>
              <a:rPr lang="en-US" dirty="0"/>
              <a:t> has highest unit price at about </a:t>
            </a:r>
            <a:r>
              <a:rPr lang="en-IN" dirty="0">
                <a:solidFill>
                  <a:srgbClr val="00B0F0"/>
                </a:solidFill>
              </a:rPr>
              <a:t>49994.43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Home &amp; Kitchen </a:t>
            </a:r>
            <a:r>
              <a:rPr lang="en-US" dirty="0"/>
              <a:t>has the lowest total sale at about </a:t>
            </a:r>
            <a:r>
              <a:rPr lang="en-US" dirty="0">
                <a:solidFill>
                  <a:srgbClr val="00B0F0"/>
                </a:solidFill>
              </a:rPr>
              <a:t>2910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Clothing </a:t>
            </a:r>
            <a:r>
              <a:rPr lang="en-US" dirty="0"/>
              <a:t>product has the most fair deal at about </a:t>
            </a:r>
            <a:r>
              <a:rPr lang="en-US" dirty="0">
                <a:solidFill>
                  <a:srgbClr val="00B0F0"/>
                </a:solidFill>
              </a:rPr>
              <a:t>132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577 </a:t>
            </a:r>
            <a:r>
              <a:rPr lang="en-US" dirty="0"/>
              <a:t>Quantity of </a:t>
            </a:r>
            <a:r>
              <a:rPr lang="en-US" dirty="0">
                <a:solidFill>
                  <a:schemeClr val="accent1"/>
                </a:solidFill>
              </a:rPr>
              <a:t>clothing product </a:t>
            </a:r>
            <a:r>
              <a:rPr lang="en-US" dirty="0"/>
              <a:t>has sold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625 </a:t>
            </a:r>
            <a:r>
              <a:rPr lang="en-US" dirty="0"/>
              <a:t>Home &amp; </a:t>
            </a:r>
            <a:r>
              <a:rPr lang="en-US" dirty="0">
                <a:solidFill>
                  <a:schemeClr val="accent1"/>
                </a:solidFill>
              </a:rPr>
              <a:t>Kitchen product </a:t>
            </a:r>
            <a:r>
              <a:rPr lang="en-US" dirty="0"/>
              <a:t>has above 5 review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3646 </a:t>
            </a:r>
            <a:r>
              <a:rPr lang="en-US" dirty="0"/>
              <a:t>customers can purchase the product through </a:t>
            </a:r>
            <a:r>
              <a:rPr lang="en-US" dirty="0" err="1">
                <a:solidFill>
                  <a:srgbClr val="00B0F0"/>
                </a:solidFill>
              </a:rPr>
              <a:t>upi</a:t>
            </a:r>
            <a:endParaRPr lang="en-US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rgbClr val="00B0F0"/>
                </a:solidFill>
              </a:rPr>
              <a:t>5075 </a:t>
            </a:r>
            <a:r>
              <a:rPr lang="en-IN" dirty="0"/>
              <a:t>Product has </a:t>
            </a:r>
            <a:r>
              <a:rPr lang="en-IN" dirty="0">
                <a:solidFill>
                  <a:schemeClr val="accent1"/>
                </a:solidFill>
              </a:rPr>
              <a:t>delivered</a:t>
            </a:r>
            <a:r>
              <a:rPr lang="en-IN" dirty="0"/>
              <a:t> and 4881 product has </a:t>
            </a:r>
            <a:r>
              <a:rPr lang="en-IN" dirty="0">
                <a:solidFill>
                  <a:schemeClr val="accent1"/>
                </a:solidFill>
              </a:rPr>
              <a:t>returned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653 </a:t>
            </a:r>
            <a:r>
              <a:rPr lang="en-US" dirty="0"/>
              <a:t>products are </a:t>
            </a:r>
            <a:r>
              <a:rPr lang="en-US" dirty="0">
                <a:solidFill>
                  <a:schemeClr val="accent1"/>
                </a:solidFill>
              </a:rPr>
              <a:t>excellent review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954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Beauty </a:t>
            </a:r>
            <a:r>
              <a:rPr lang="en-US" dirty="0"/>
              <a:t>product has return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rgbClr val="00B0F0"/>
                </a:solidFill>
              </a:rPr>
              <a:t>1029</a:t>
            </a:r>
            <a:r>
              <a:rPr lang="en-IN" dirty="0"/>
              <a:t> </a:t>
            </a:r>
            <a:r>
              <a:rPr lang="en-IN" dirty="0">
                <a:solidFill>
                  <a:schemeClr val="accent1"/>
                </a:solidFill>
              </a:rPr>
              <a:t>Books</a:t>
            </a:r>
            <a:r>
              <a:rPr lang="en-IN" dirty="0"/>
              <a:t> were highest  return rate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Most frequent payment method is </a:t>
            </a:r>
            <a:r>
              <a:rPr lang="en-US" dirty="0">
                <a:solidFill>
                  <a:schemeClr val="accent1"/>
                </a:solidFill>
              </a:rPr>
              <a:t>cash on delivery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Cash on delivery </a:t>
            </a:r>
            <a:r>
              <a:rPr lang="en-US" dirty="0"/>
              <a:t>has the high total sales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12 </a:t>
            </a:r>
            <a:r>
              <a:rPr lang="en-US" dirty="0">
                <a:solidFill>
                  <a:schemeClr val="accent1"/>
                </a:solidFill>
              </a:rPr>
              <a:t>Lipstick</a:t>
            </a:r>
            <a:r>
              <a:rPr lang="en-US" dirty="0"/>
              <a:t> product can delivered in </a:t>
            </a:r>
            <a:r>
              <a:rPr lang="en-US" dirty="0" err="1"/>
              <a:t>sikkim</a:t>
            </a:r>
            <a:r>
              <a:rPr lang="en-US" dirty="0"/>
              <a:t> state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553</a:t>
            </a:r>
            <a:r>
              <a:rPr lang="en-US" dirty="0"/>
              <a:t> product has sold in </a:t>
            </a:r>
            <a:r>
              <a:rPr lang="en-US" dirty="0">
                <a:solidFill>
                  <a:schemeClr val="accent1"/>
                </a:solidFill>
              </a:rPr>
              <a:t>Assam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115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Electronic </a:t>
            </a:r>
            <a:r>
              <a:rPr lang="en-US" dirty="0"/>
              <a:t>product has sold in </a:t>
            </a:r>
            <a:r>
              <a:rPr lang="en-US" dirty="0" err="1">
                <a:solidFill>
                  <a:schemeClr val="accent1"/>
                </a:solidFill>
              </a:rPr>
              <a:t>Tamilnadu</a:t>
            </a:r>
            <a:endParaRPr lang="en-US" dirty="0">
              <a:solidFill>
                <a:schemeClr val="accent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5452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7D18D-2B29-D920-4A96-92139FE5834D}"/>
              </a:ext>
            </a:extLst>
          </p:cNvPr>
          <p:cNvSpPr txBox="1"/>
          <p:nvPr/>
        </p:nvSpPr>
        <p:spPr>
          <a:xfrm>
            <a:off x="3077497" y="2821858"/>
            <a:ext cx="39773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accent1"/>
                </a:solidFill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1754381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148</TotalTime>
  <Words>1043</Words>
  <Application>Microsoft Office PowerPoint</Application>
  <PresentationFormat>Widescreen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</vt:lpstr>
      <vt:lpstr>Trebuchet MS</vt:lpstr>
      <vt:lpstr>Wingdings 3</vt:lpstr>
      <vt:lpstr>Facet</vt:lpstr>
      <vt:lpstr>PROJECT PRESENTATION </vt:lpstr>
      <vt:lpstr>DESCRIPTION ABOUT DATA </vt:lpstr>
      <vt:lpstr>PowerPoint Presentation</vt:lpstr>
      <vt:lpstr>PowerPoint Presentation</vt:lpstr>
      <vt:lpstr>PowerPoint Presentation</vt:lpstr>
      <vt:lpstr>PowerPoint Presentation</vt:lpstr>
      <vt:lpstr>CUSTOMERS BASED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Sandhya S</dc:creator>
  <cp:lastModifiedBy>Sandhya S</cp:lastModifiedBy>
  <cp:revision>1</cp:revision>
  <dcterms:created xsi:type="dcterms:W3CDTF">2026-01-03T06:20:18Z</dcterms:created>
  <dcterms:modified xsi:type="dcterms:W3CDTF">2026-01-03T14:22:27Z</dcterms:modified>
</cp:coreProperties>
</file>